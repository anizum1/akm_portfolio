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66" r:id="rId2"/>
    <p:sldId id="267" r:id="rId3"/>
    <p:sldId id="257" r:id="rId4"/>
    <p:sldId id="258" r:id="rId5"/>
    <p:sldId id="259" r:id="rId6"/>
    <p:sldId id="260" r:id="rId7"/>
    <p:sldId id="270" r:id="rId8"/>
    <p:sldId id="261" r:id="rId9"/>
    <p:sldId id="271" r:id="rId10"/>
    <p:sldId id="262" r:id="rId11"/>
    <p:sldId id="268" r:id="rId12"/>
    <p:sldId id="263" r:id="rId13"/>
    <p:sldId id="269" r:id="rId14"/>
    <p:sldId id="264" r:id="rId15"/>
    <p:sldId id="265" r:id="rId16"/>
    <p:sldId id="272" r:id="rId17"/>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p:scale>
          <a:sx n="65" d="100"/>
          <a:sy n="65" d="100"/>
        </p:scale>
        <p:origin x="83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870746-614D-4B9E-B605-7CD8A2C8D78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5A0EA8B9-C158-4656-87EC-F8A6EC38FD23}">
      <dgm:prSet phldrT="[Text]"/>
      <dgm:spPr/>
      <dgm:t>
        <a:bodyPr/>
        <a:lstStyle/>
        <a:p>
          <a:pPr>
            <a:buNone/>
          </a:pPr>
          <a:r>
            <a:rPr lang="en-US" b="1" dirty="0">
              <a:solidFill>
                <a:srgbClr val="EEEFF5"/>
              </a:solidFill>
              <a:latin typeface="Barlow" pitchFamily="34" charset="0"/>
              <a:ea typeface="Barlow" pitchFamily="34" charset="-122"/>
              <a:cs typeface="Barlow" pitchFamily="34" charset="-120"/>
            </a:rPr>
            <a:t>Identify: </a:t>
          </a:r>
          <a:r>
            <a:rPr lang="en-US" dirty="0">
              <a:solidFill>
                <a:srgbClr val="EEEFF5"/>
              </a:solidFill>
              <a:latin typeface="Montserrat" pitchFamily="34" charset="0"/>
              <a:ea typeface="Montserrat" pitchFamily="34" charset="-122"/>
              <a:cs typeface="Montserrat" pitchFamily="34" charset="-120"/>
            </a:rPr>
            <a:t>Recognize potential sources of digital evidence related to an incident.</a:t>
          </a:r>
          <a:endParaRPr lang="en-US" dirty="0"/>
        </a:p>
      </dgm:t>
    </dgm:pt>
    <dgm:pt modelId="{56F47758-9675-4B83-938F-67267D40F4B2}" type="parTrans" cxnId="{F40DFF27-1304-4FE0-BA47-F2E1E33B41AA}">
      <dgm:prSet/>
      <dgm:spPr/>
      <dgm:t>
        <a:bodyPr/>
        <a:lstStyle/>
        <a:p>
          <a:endParaRPr lang="en-US"/>
        </a:p>
      </dgm:t>
    </dgm:pt>
    <dgm:pt modelId="{6AEC35A1-6BE9-490B-98F9-1FC66F56BDBE}" type="sibTrans" cxnId="{F40DFF27-1304-4FE0-BA47-F2E1E33B41AA}">
      <dgm:prSet/>
      <dgm:spPr/>
      <dgm:t>
        <a:bodyPr/>
        <a:lstStyle/>
        <a:p>
          <a:endParaRPr lang="en-US"/>
        </a:p>
      </dgm:t>
    </dgm:pt>
    <dgm:pt modelId="{730118DA-384B-403A-8D38-7E752A300FDF}">
      <dgm:prSet phldrT="[Text]"/>
      <dgm:spPr/>
      <dgm:t>
        <a:bodyPr/>
        <a:lstStyle/>
        <a:p>
          <a:pPr>
            <a:buNone/>
          </a:pPr>
          <a:r>
            <a:rPr lang="en-US" b="1" dirty="0">
              <a:solidFill>
                <a:srgbClr val="EEEFF5"/>
              </a:solidFill>
              <a:latin typeface="Barlow" pitchFamily="34" charset="0"/>
              <a:ea typeface="Barlow" pitchFamily="34" charset="-122"/>
              <a:cs typeface="Barlow" pitchFamily="34" charset="-120"/>
            </a:rPr>
            <a:t>Present: </a:t>
          </a:r>
          <a:r>
            <a:rPr lang="en-US" dirty="0">
              <a:solidFill>
                <a:srgbClr val="EEEFF5"/>
              </a:solidFill>
              <a:latin typeface="Montserrat" pitchFamily="34" charset="0"/>
              <a:ea typeface="Montserrat" pitchFamily="34" charset="-122"/>
              <a:cs typeface="Montserrat" pitchFamily="34" charset="-120"/>
            </a:rPr>
            <a:t>Report findings in a clear, concise manner for legal or organizational use.</a:t>
          </a:r>
          <a:endParaRPr lang="en-US" dirty="0"/>
        </a:p>
      </dgm:t>
    </dgm:pt>
    <dgm:pt modelId="{18E59716-3594-409F-A54F-291F7D492846}" type="parTrans" cxnId="{67332138-56D3-45A1-9CA1-520A2C9AD7A7}">
      <dgm:prSet/>
      <dgm:spPr/>
      <dgm:t>
        <a:bodyPr/>
        <a:lstStyle/>
        <a:p>
          <a:endParaRPr lang="en-US"/>
        </a:p>
      </dgm:t>
    </dgm:pt>
    <dgm:pt modelId="{A667BBE1-C145-4016-929D-2E8B17F78E11}" type="sibTrans" cxnId="{67332138-56D3-45A1-9CA1-520A2C9AD7A7}">
      <dgm:prSet/>
      <dgm:spPr/>
      <dgm:t>
        <a:bodyPr/>
        <a:lstStyle/>
        <a:p>
          <a:endParaRPr lang="en-US"/>
        </a:p>
      </dgm:t>
    </dgm:pt>
    <dgm:pt modelId="{E4964E35-D604-4073-975E-C3926A125DC9}">
      <dgm:prSet phldrT="[Text]"/>
      <dgm:spPr/>
      <dgm:t>
        <a:bodyPr/>
        <a:lstStyle/>
        <a:p>
          <a:pPr>
            <a:buNone/>
          </a:pPr>
          <a:r>
            <a:rPr lang="en-US" b="1" dirty="0">
              <a:solidFill>
                <a:srgbClr val="EEEFF5"/>
              </a:solidFill>
              <a:latin typeface="Barlow" pitchFamily="34" charset="0"/>
              <a:ea typeface="Barlow" pitchFamily="34" charset="-122"/>
              <a:cs typeface="Barlow" pitchFamily="34" charset="-120"/>
            </a:rPr>
            <a:t>Analyze: </a:t>
          </a:r>
          <a:r>
            <a:rPr lang="en-US" dirty="0">
              <a:solidFill>
                <a:srgbClr val="EEEFF5"/>
              </a:solidFill>
              <a:latin typeface="Montserrat" pitchFamily="34" charset="0"/>
              <a:ea typeface="Montserrat" pitchFamily="34" charset="-122"/>
              <a:cs typeface="Montserrat" pitchFamily="34" charset="-120"/>
            </a:rPr>
            <a:t>Examine collected data to extract relevant information and draw conclusions.</a:t>
          </a:r>
          <a:endParaRPr lang="en-US" dirty="0"/>
        </a:p>
      </dgm:t>
    </dgm:pt>
    <dgm:pt modelId="{0D4CF283-0529-4308-A580-B44EBAE64EDB}" type="parTrans" cxnId="{5EACC3D5-6658-4778-B05F-46936B6E2063}">
      <dgm:prSet/>
      <dgm:spPr/>
      <dgm:t>
        <a:bodyPr/>
        <a:lstStyle/>
        <a:p>
          <a:endParaRPr lang="en-US"/>
        </a:p>
      </dgm:t>
    </dgm:pt>
    <dgm:pt modelId="{A44CF580-6A80-40C1-BEBC-79168A269336}" type="sibTrans" cxnId="{5EACC3D5-6658-4778-B05F-46936B6E2063}">
      <dgm:prSet/>
      <dgm:spPr/>
      <dgm:t>
        <a:bodyPr/>
        <a:lstStyle/>
        <a:p>
          <a:endParaRPr lang="en-US"/>
        </a:p>
      </dgm:t>
    </dgm:pt>
    <dgm:pt modelId="{622A71E5-C9E7-48AF-B58B-6DBDBCAA532F}">
      <dgm:prSet/>
      <dgm:spPr/>
      <dgm:t>
        <a:bodyPr/>
        <a:lstStyle/>
        <a:p>
          <a:r>
            <a:rPr lang="en-US" b="1" dirty="0">
              <a:solidFill>
                <a:srgbClr val="EEEFF5"/>
              </a:solidFill>
              <a:latin typeface="Barlow" pitchFamily="34" charset="0"/>
              <a:ea typeface="Barlow" pitchFamily="34" charset="-122"/>
              <a:cs typeface="Barlow" pitchFamily="34" charset="-120"/>
            </a:rPr>
            <a:t>Preserve: </a:t>
          </a:r>
          <a:r>
            <a:rPr lang="en-US" dirty="0">
              <a:solidFill>
                <a:srgbClr val="EEEFF5"/>
              </a:solidFill>
              <a:latin typeface="Montserrat" pitchFamily="34" charset="0"/>
              <a:ea typeface="Montserrat" pitchFamily="34" charset="-122"/>
              <a:cs typeface="Montserrat" pitchFamily="34" charset="-120"/>
            </a:rPr>
            <a:t>Secure and protect digital evidence to maintain its integrity.</a:t>
          </a:r>
          <a:endParaRPr lang="en-US" dirty="0"/>
        </a:p>
      </dgm:t>
    </dgm:pt>
    <dgm:pt modelId="{900AB83C-C5B0-49C9-BFE3-637843F192F8}" type="parTrans" cxnId="{BB563FEC-CA69-41CF-A4C8-B662486BBBD1}">
      <dgm:prSet/>
      <dgm:spPr/>
      <dgm:t>
        <a:bodyPr/>
        <a:lstStyle/>
        <a:p>
          <a:endParaRPr lang="en-US"/>
        </a:p>
      </dgm:t>
    </dgm:pt>
    <dgm:pt modelId="{BF8A8B56-9894-405D-96E6-DA6BCFDB67FC}" type="sibTrans" cxnId="{BB563FEC-CA69-41CF-A4C8-B662486BBBD1}">
      <dgm:prSet/>
      <dgm:spPr/>
      <dgm:t>
        <a:bodyPr/>
        <a:lstStyle/>
        <a:p>
          <a:endParaRPr lang="en-US"/>
        </a:p>
      </dgm:t>
    </dgm:pt>
    <dgm:pt modelId="{A9FA2AEF-ABDE-4F1F-A113-82321C26ADFB}" type="pres">
      <dgm:prSet presAssocID="{6E870746-614D-4B9E-B605-7CD8A2C8D78B}" presName="diagram" presStyleCnt="0">
        <dgm:presLayoutVars>
          <dgm:dir/>
          <dgm:resizeHandles val="exact"/>
        </dgm:presLayoutVars>
      </dgm:prSet>
      <dgm:spPr/>
    </dgm:pt>
    <dgm:pt modelId="{06EEAB73-8FE8-4E25-918A-7CE3D592828E}" type="pres">
      <dgm:prSet presAssocID="{5A0EA8B9-C158-4656-87EC-F8A6EC38FD23}" presName="node" presStyleLbl="node1" presStyleIdx="0" presStyleCnt="4">
        <dgm:presLayoutVars>
          <dgm:bulletEnabled val="1"/>
        </dgm:presLayoutVars>
      </dgm:prSet>
      <dgm:spPr/>
    </dgm:pt>
    <dgm:pt modelId="{89F0C9A1-AF78-48A5-B858-B2071CED81EB}" type="pres">
      <dgm:prSet presAssocID="{6AEC35A1-6BE9-490B-98F9-1FC66F56BDBE}" presName="sibTrans" presStyleCnt="0"/>
      <dgm:spPr/>
    </dgm:pt>
    <dgm:pt modelId="{4D980CF8-5195-4C7F-8835-A3CAEFACB65B}" type="pres">
      <dgm:prSet presAssocID="{730118DA-384B-403A-8D38-7E752A300FDF}" presName="node" presStyleLbl="node1" presStyleIdx="1" presStyleCnt="4">
        <dgm:presLayoutVars>
          <dgm:bulletEnabled val="1"/>
        </dgm:presLayoutVars>
      </dgm:prSet>
      <dgm:spPr/>
    </dgm:pt>
    <dgm:pt modelId="{9102EFEF-0FD9-4584-879D-2B76EEFF21DD}" type="pres">
      <dgm:prSet presAssocID="{A667BBE1-C145-4016-929D-2E8B17F78E11}" presName="sibTrans" presStyleCnt="0"/>
      <dgm:spPr/>
    </dgm:pt>
    <dgm:pt modelId="{EF2AC802-2F61-40CD-BA67-328149B715E7}" type="pres">
      <dgm:prSet presAssocID="{622A71E5-C9E7-48AF-B58B-6DBDBCAA532F}" presName="node" presStyleLbl="node1" presStyleIdx="2" presStyleCnt="4">
        <dgm:presLayoutVars>
          <dgm:bulletEnabled val="1"/>
        </dgm:presLayoutVars>
      </dgm:prSet>
      <dgm:spPr/>
    </dgm:pt>
    <dgm:pt modelId="{93F18200-7325-411B-A3A8-C22D15034BB5}" type="pres">
      <dgm:prSet presAssocID="{BF8A8B56-9894-405D-96E6-DA6BCFDB67FC}" presName="sibTrans" presStyleCnt="0"/>
      <dgm:spPr/>
    </dgm:pt>
    <dgm:pt modelId="{87632C15-1E13-4AD2-91B6-0455B830B5EA}" type="pres">
      <dgm:prSet presAssocID="{E4964E35-D604-4073-975E-C3926A125DC9}" presName="node" presStyleLbl="node1" presStyleIdx="3" presStyleCnt="4">
        <dgm:presLayoutVars>
          <dgm:bulletEnabled val="1"/>
        </dgm:presLayoutVars>
      </dgm:prSet>
      <dgm:spPr/>
    </dgm:pt>
  </dgm:ptLst>
  <dgm:cxnLst>
    <dgm:cxn modelId="{F40DFF27-1304-4FE0-BA47-F2E1E33B41AA}" srcId="{6E870746-614D-4B9E-B605-7CD8A2C8D78B}" destId="{5A0EA8B9-C158-4656-87EC-F8A6EC38FD23}" srcOrd="0" destOrd="0" parTransId="{56F47758-9675-4B83-938F-67267D40F4B2}" sibTransId="{6AEC35A1-6BE9-490B-98F9-1FC66F56BDBE}"/>
    <dgm:cxn modelId="{67332138-56D3-45A1-9CA1-520A2C9AD7A7}" srcId="{6E870746-614D-4B9E-B605-7CD8A2C8D78B}" destId="{730118DA-384B-403A-8D38-7E752A300FDF}" srcOrd="1" destOrd="0" parTransId="{18E59716-3594-409F-A54F-291F7D492846}" sibTransId="{A667BBE1-C145-4016-929D-2E8B17F78E11}"/>
    <dgm:cxn modelId="{0804FB53-FB0B-475B-B80E-B540D2C724C0}" type="presOf" srcId="{E4964E35-D604-4073-975E-C3926A125DC9}" destId="{87632C15-1E13-4AD2-91B6-0455B830B5EA}" srcOrd="0" destOrd="0" presId="urn:microsoft.com/office/officeart/2005/8/layout/default"/>
    <dgm:cxn modelId="{D0E7D59A-27CA-4D58-A316-3DF5C96F44AB}" type="presOf" srcId="{6E870746-614D-4B9E-B605-7CD8A2C8D78B}" destId="{A9FA2AEF-ABDE-4F1F-A113-82321C26ADFB}" srcOrd="0" destOrd="0" presId="urn:microsoft.com/office/officeart/2005/8/layout/default"/>
    <dgm:cxn modelId="{987AFCB6-325F-4C12-A525-88B7D927B08A}" type="presOf" srcId="{5A0EA8B9-C158-4656-87EC-F8A6EC38FD23}" destId="{06EEAB73-8FE8-4E25-918A-7CE3D592828E}" srcOrd="0" destOrd="0" presId="urn:microsoft.com/office/officeart/2005/8/layout/default"/>
    <dgm:cxn modelId="{5EACC3D5-6658-4778-B05F-46936B6E2063}" srcId="{6E870746-614D-4B9E-B605-7CD8A2C8D78B}" destId="{E4964E35-D604-4073-975E-C3926A125DC9}" srcOrd="3" destOrd="0" parTransId="{0D4CF283-0529-4308-A580-B44EBAE64EDB}" sibTransId="{A44CF580-6A80-40C1-BEBC-79168A269336}"/>
    <dgm:cxn modelId="{0B9359EB-EED2-4141-A3E3-E36E7AEFAE31}" type="presOf" srcId="{622A71E5-C9E7-48AF-B58B-6DBDBCAA532F}" destId="{EF2AC802-2F61-40CD-BA67-328149B715E7}" srcOrd="0" destOrd="0" presId="urn:microsoft.com/office/officeart/2005/8/layout/default"/>
    <dgm:cxn modelId="{BB563FEC-CA69-41CF-A4C8-B662486BBBD1}" srcId="{6E870746-614D-4B9E-B605-7CD8A2C8D78B}" destId="{622A71E5-C9E7-48AF-B58B-6DBDBCAA532F}" srcOrd="2" destOrd="0" parTransId="{900AB83C-C5B0-49C9-BFE3-637843F192F8}" sibTransId="{BF8A8B56-9894-405D-96E6-DA6BCFDB67FC}"/>
    <dgm:cxn modelId="{49FE75ED-AACF-4BE8-85ED-A75D9F853BAC}" type="presOf" srcId="{730118DA-384B-403A-8D38-7E752A300FDF}" destId="{4D980CF8-5195-4C7F-8835-A3CAEFACB65B}" srcOrd="0" destOrd="0" presId="urn:microsoft.com/office/officeart/2005/8/layout/default"/>
    <dgm:cxn modelId="{6CD049C1-335D-4C1C-BD43-0817649EA395}" type="presParOf" srcId="{A9FA2AEF-ABDE-4F1F-A113-82321C26ADFB}" destId="{06EEAB73-8FE8-4E25-918A-7CE3D592828E}" srcOrd="0" destOrd="0" presId="urn:microsoft.com/office/officeart/2005/8/layout/default"/>
    <dgm:cxn modelId="{ADE52A56-5190-4D2D-AFAC-E6DBE347200B}" type="presParOf" srcId="{A9FA2AEF-ABDE-4F1F-A113-82321C26ADFB}" destId="{89F0C9A1-AF78-48A5-B858-B2071CED81EB}" srcOrd="1" destOrd="0" presId="urn:microsoft.com/office/officeart/2005/8/layout/default"/>
    <dgm:cxn modelId="{E3A49951-A5A5-460D-AAE0-EE5AA8186DDD}" type="presParOf" srcId="{A9FA2AEF-ABDE-4F1F-A113-82321C26ADFB}" destId="{4D980CF8-5195-4C7F-8835-A3CAEFACB65B}" srcOrd="2" destOrd="0" presId="urn:microsoft.com/office/officeart/2005/8/layout/default"/>
    <dgm:cxn modelId="{C3FD86CE-0C13-4A46-AFC3-EE6FE5E011EE}" type="presParOf" srcId="{A9FA2AEF-ABDE-4F1F-A113-82321C26ADFB}" destId="{9102EFEF-0FD9-4584-879D-2B76EEFF21DD}" srcOrd="3" destOrd="0" presId="urn:microsoft.com/office/officeart/2005/8/layout/default"/>
    <dgm:cxn modelId="{82A8E7C1-0050-4D13-BD48-38ADA04D2B98}" type="presParOf" srcId="{A9FA2AEF-ABDE-4F1F-A113-82321C26ADFB}" destId="{EF2AC802-2F61-40CD-BA67-328149B715E7}" srcOrd="4" destOrd="0" presId="urn:microsoft.com/office/officeart/2005/8/layout/default"/>
    <dgm:cxn modelId="{B61553CB-7261-445E-AD49-58B0058F6265}" type="presParOf" srcId="{A9FA2AEF-ABDE-4F1F-A113-82321C26ADFB}" destId="{93F18200-7325-411B-A3A8-C22D15034BB5}" srcOrd="5" destOrd="0" presId="urn:microsoft.com/office/officeart/2005/8/layout/default"/>
    <dgm:cxn modelId="{B174B537-3A46-421E-9A87-65255A712707}" type="presParOf" srcId="{A9FA2AEF-ABDE-4F1F-A113-82321C26ADFB}" destId="{87632C15-1E13-4AD2-91B6-0455B830B5EA}"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9928F7-A6A3-4CCE-9903-AE743991AE6E}" type="doc">
      <dgm:prSet loTypeId="urn:microsoft.com/office/officeart/2005/8/layout/hProcess7" loCatId="list" qsTypeId="urn:microsoft.com/office/officeart/2005/8/quickstyle/simple1" qsCatId="simple" csTypeId="urn:microsoft.com/office/officeart/2005/8/colors/accent1_2" csCatId="accent1" phldr="1"/>
      <dgm:spPr/>
      <dgm:t>
        <a:bodyPr/>
        <a:lstStyle/>
        <a:p>
          <a:endParaRPr lang="en-US"/>
        </a:p>
      </dgm:t>
    </dgm:pt>
    <dgm:pt modelId="{D7AD5485-5BCA-44CE-A8DD-26DC22EAE0E2}">
      <dgm:prSet phldrT="[Text]"/>
      <dgm:spPr/>
      <dgm:t>
        <a:bodyPr/>
        <a:lstStyle/>
        <a:p>
          <a:pPr>
            <a:buNone/>
          </a:pPr>
          <a:r>
            <a:rPr lang="en-US" b="1" dirty="0">
              <a:solidFill>
                <a:srgbClr val="EEEFF5"/>
              </a:solidFill>
              <a:latin typeface="Barlow" pitchFamily="34" charset="0"/>
              <a:ea typeface="Barlow" pitchFamily="34" charset="-122"/>
              <a:cs typeface="Barlow" pitchFamily="34" charset="-120"/>
            </a:rPr>
            <a:t>Anomaly Detection</a:t>
          </a:r>
          <a:endParaRPr lang="en-US" dirty="0"/>
        </a:p>
      </dgm:t>
    </dgm:pt>
    <dgm:pt modelId="{9887EA4D-E422-49D7-A823-9D81D40C3E91}" type="parTrans" cxnId="{2DD2535A-3D81-45D9-9D04-57103C0B5459}">
      <dgm:prSet/>
      <dgm:spPr/>
      <dgm:t>
        <a:bodyPr/>
        <a:lstStyle/>
        <a:p>
          <a:endParaRPr lang="en-US"/>
        </a:p>
      </dgm:t>
    </dgm:pt>
    <dgm:pt modelId="{B2B2E12A-DBC8-4118-8426-514BAF8D4436}" type="sibTrans" cxnId="{2DD2535A-3D81-45D9-9D04-57103C0B5459}">
      <dgm:prSet/>
      <dgm:spPr/>
      <dgm:t>
        <a:bodyPr/>
        <a:lstStyle/>
        <a:p>
          <a:endParaRPr lang="en-US"/>
        </a:p>
      </dgm:t>
    </dgm:pt>
    <dgm:pt modelId="{0FE23599-5659-49E2-B72E-C50F6C4EB1F8}">
      <dgm:prSet phldrT="[Text]"/>
      <dgm:spPr/>
      <dgm:t>
        <a:bodyPr/>
        <a:lstStyle/>
        <a:p>
          <a:pPr>
            <a:buNone/>
          </a:pPr>
          <a:r>
            <a:rPr lang="en-US" dirty="0">
              <a:solidFill>
                <a:srgbClr val="EEEFF5"/>
              </a:solidFill>
              <a:latin typeface="Montserrat" pitchFamily="34" charset="0"/>
              <a:ea typeface="Montserrat" pitchFamily="34" charset="-122"/>
              <a:cs typeface="Montserrat" pitchFamily="34" charset="-120"/>
            </a:rPr>
            <a:t>Identify patterns that deviate from normal system behavior.</a:t>
          </a:r>
          <a:endParaRPr lang="en-US" dirty="0"/>
        </a:p>
      </dgm:t>
    </dgm:pt>
    <dgm:pt modelId="{EF5526D8-9655-4A9A-8870-AE8856A07B0B}" type="parTrans" cxnId="{69AE300B-E6A3-40F9-81EC-8EAD13C5AA79}">
      <dgm:prSet/>
      <dgm:spPr/>
      <dgm:t>
        <a:bodyPr/>
        <a:lstStyle/>
        <a:p>
          <a:endParaRPr lang="en-US"/>
        </a:p>
      </dgm:t>
    </dgm:pt>
    <dgm:pt modelId="{14E40146-A3EE-47A2-9C7A-6ADA178E07E3}" type="sibTrans" cxnId="{69AE300B-E6A3-40F9-81EC-8EAD13C5AA79}">
      <dgm:prSet/>
      <dgm:spPr/>
      <dgm:t>
        <a:bodyPr/>
        <a:lstStyle/>
        <a:p>
          <a:endParaRPr lang="en-US"/>
        </a:p>
      </dgm:t>
    </dgm:pt>
    <dgm:pt modelId="{ED1D6A5E-32A8-4CBC-BAA3-1D20360B13D5}">
      <dgm:prSet phldrT="[Text]"/>
      <dgm:spPr/>
      <dgm:t>
        <a:bodyPr/>
        <a:lstStyle/>
        <a:p>
          <a:pPr>
            <a:buNone/>
          </a:pPr>
          <a:r>
            <a:rPr lang="en-US" b="1" dirty="0">
              <a:solidFill>
                <a:srgbClr val="EEEFF5"/>
              </a:solidFill>
              <a:latin typeface="Barlow" pitchFamily="34" charset="0"/>
              <a:ea typeface="Barlow" pitchFamily="34" charset="-122"/>
              <a:cs typeface="Barlow" pitchFamily="34" charset="-120"/>
            </a:rPr>
            <a:t>Security Monitoring</a:t>
          </a:r>
          <a:endParaRPr lang="en-US" dirty="0"/>
        </a:p>
      </dgm:t>
    </dgm:pt>
    <dgm:pt modelId="{D20FE9F8-B022-4942-97F8-21FB08F817C8}" type="parTrans" cxnId="{B4E20C04-7469-4CBB-9D8D-9D660D370377}">
      <dgm:prSet/>
      <dgm:spPr/>
      <dgm:t>
        <a:bodyPr/>
        <a:lstStyle/>
        <a:p>
          <a:endParaRPr lang="en-US"/>
        </a:p>
      </dgm:t>
    </dgm:pt>
    <dgm:pt modelId="{4B446975-680B-4373-AE64-C8871ADC4874}" type="sibTrans" cxnId="{B4E20C04-7469-4CBB-9D8D-9D660D370377}">
      <dgm:prSet/>
      <dgm:spPr/>
      <dgm:t>
        <a:bodyPr/>
        <a:lstStyle/>
        <a:p>
          <a:endParaRPr lang="en-US"/>
        </a:p>
      </dgm:t>
    </dgm:pt>
    <dgm:pt modelId="{C92BCBBF-C678-4725-9A58-23FE9EE00CDD}">
      <dgm:prSet phldrT="[Text]"/>
      <dgm:spPr/>
      <dgm:t>
        <a:bodyPr/>
        <a:lstStyle/>
        <a:p>
          <a:pPr>
            <a:buNone/>
          </a:pPr>
          <a:r>
            <a:rPr lang="en-US" dirty="0">
              <a:solidFill>
                <a:srgbClr val="EEEFF5"/>
              </a:solidFill>
              <a:latin typeface="Montserrat" pitchFamily="34" charset="0"/>
              <a:ea typeface="Montserrat" pitchFamily="34" charset="-122"/>
              <a:cs typeface="Montserrat" pitchFamily="34" charset="-120"/>
            </a:rPr>
            <a:t>Continuously observe network traffic and system logs for potential threats.</a:t>
          </a:r>
          <a:endParaRPr lang="en-US" dirty="0"/>
        </a:p>
      </dgm:t>
    </dgm:pt>
    <dgm:pt modelId="{7D34E7DD-E921-4E60-9A36-6E5593E26330}" type="parTrans" cxnId="{696BF82C-1BB0-4DDA-BA75-ACFA6558B4E7}">
      <dgm:prSet/>
      <dgm:spPr/>
      <dgm:t>
        <a:bodyPr/>
        <a:lstStyle/>
        <a:p>
          <a:endParaRPr lang="en-US"/>
        </a:p>
      </dgm:t>
    </dgm:pt>
    <dgm:pt modelId="{2F6A6B98-2380-4501-A2B3-C94F93BB8219}" type="sibTrans" cxnId="{696BF82C-1BB0-4DDA-BA75-ACFA6558B4E7}">
      <dgm:prSet/>
      <dgm:spPr/>
      <dgm:t>
        <a:bodyPr/>
        <a:lstStyle/>
        <a:p>
          <a:endParaRPr lang="en-US"/>
        </a:p>
      </dgm:t>
    </dgm:pt>
    <dgm:pt modelId="{473F6C77-D45B-4523-A40C-8FB915FE9252}">
      <dgm:prSet phldrT="[Text]"/>
      <dgm:spPr/>
      <dgm:t>
        <a:bodyPr/>
        <a:lstStyle/>
        <a:p>
          <a:pPr>
            <a:buNone/>
          </a:pPr>
          <a:r>
            <a:rPr lang="en-US" b="1" dirty="0">
              <a:solidFill>
                <a:srgbClr val="EEEFF5"/>
              </a:solidFill>
              <a:latin typeface="Barlow" pitchFamily="34" charset="0"/>
              <a:ea typeface="Barlow" pitchFamily="34" charset="-122"/>
              <a:cs typeface="Barlow" pitchFamily="34" charset="-120"/>
            </a:rPr>
            <a:t>User Reports</a:t>
          </a:r>
          <a:endParaRPr lang="en-US" dirty="0"/>
        </a:p>
      </dgm:t>
    </dgm:pt>
    <dgm:pt modelId="{4D63F9CE-4447-4BE1-9491-320D08B69BE8}" type="parTrans" cxnId="{73E3DEB9-08DE-4A48-B26E-89B2618F36C8}">
      <dgm:prSet/>
      <dgm:spPr/>
      <dgm:t>
        <a:bodyPr/>
        <a:lstStyle/>
        <a:p>
          <a:endParaRPr lang="en-US"/>
        </a:p>
      </dgm:t>
    </dgm:pt>
    <dgm:pt modelId="{81A44BC4-E782-425A-99BE-1D94BC11DC56}" type="sibTrans" cxnId="{73E3DEB9-08DE-4A48-B26E-89B2618F36C8}">
      <dgm:prSet/>
      <dgm:spPr/>
      <dgm:t>
        <a:bodyPr/>
        <a:lstStyle/>
        <a:p>
          <a:endParaRPr lang="en-US"/>
        </a:p>
      </dgm:t>
    </dgm:pt>
    <dgm:pt modelId="{BF579CF0-9EB2-492A-A64B-69A685A72C42}">
      <dgm:prSet phldrT="[Text]"/>
      <dgm:spPr/>
      <dgm:t>
        <a:bodyPr/>
        <a:lstStyle/>
        <a:p>
          <a:pPr>
            <a:buNone/>
          </a:pPr>
          <a:r>
            <a:rPr lang="en-US" dirty="0">
              <a:solidFill>
                <a:srgbClr val="EEEFF5"/>
              </a:solidFill>
              <a:latin typeface="Montserrat" pitchFamily="34" charset="0"/>
              <a:ea typeface="Montserrat" pitchFamily="34" charset="-122"/>
              <a:cs typeface="Montserrat" pitchFamily="34" charset="-120"/>
            </a:rPr>
            <a:t>Encourage and act on incident reports from system users.</a:t>
          </a:r>
          <a:endParaRPr lang="en-US" dirty="0"/>
        </a:p>
      </dgm:t>
    </dgm:pt>
    <dgm:pt modelId="{5E705491-CF9A-4742-902D-D3E895BC0BCA}" type="parTrans" cxnId="{E1E49B7C-FE76-41AA-A9D4-97A3EC5E006E}">
      <dgm:prSet/>
      <dgm:spPr/>
      <dgm:t>
        <a:bodyPr/>
        <a:lstStyle/>
        <a:p>
          <a:endParaRPr lang="en-US"/>
        </a:p>
      </dgm:t>
    </dgm:pt>
    <dgm:pt modelId="{9E36325F-7FA0-4696-9AB7-A6129EBAE6D0}" type="sibTrans" cxnId="{E1E49B7C-FE76-41AA-A9D4-97A3EC5E006E}">
      <dgm:prSet/>
      <dgm:spPr/>
      <dgm:t>
        <a:bodyPr/>
        <a:lstStyle/>
        <a:p>
          <a:endParaRPr lang="en-US"/>
        </a:p>
      </dgm:t>
    </dgm:pt>
    <dgm:pt modelId="{F74463B2-E865-42B5-9F6B-13A086C473D0}" type="pres">
      <dgm:prSet presAssocID="{CD9928F7-A6A3-4CCE-9903-AE743991AE6E}" presName="Name0" presStyleCnt="0">
        <dgm:presLayoutVars>
          <dgm:dir/>
          <dgm:animLvl val="lvl"/>
          <dgm:resizeHandles val="exact"/>
        </dgm:presLayoutVars>
      </dgm:prSet>
      <dgm:spPr/>
    </dgm:pt>
    <dgm:pt modelId="{C0EA0A22-E2EE-48E6-A92E-D604DE79DBC2}" type="pres">
      <dgm:prSet presAssocID="{D7AD5485-5BCA-44CE-A8DD-26DC22EAE0E2}" presName="compositeNode" presStyleCnt="0">
        <dgm:presLayoutVars>
          <dgm:bulletEnabled val="1"/>
        </dgm:presLayoutVars>
      </dgm:prSet>
      <dgm:spPr/>
    </dgm:pt>
    <dgm:pt modelId="{ACB969E0-3E5C-48CD-BE2D-38EED8945A43}" type="pres">
      <dgm:prSet presAssocID="{D7AD5485-5BCA-44CE-A8DD-26DC22EAE0E2}" presName="bgRect" presStyleLbl="node1" presStyleIdx="0" presStyleCnt="3" custLinFactNeighborX="87" custLinFactNeighborY="423"/>
      <dgm:spPr/>
    </dgm:pt>
    <dgm:pt modelId="{B17C5C39-A9CA-42F1-AB6D-93E7E22DBBFC}" type="pres">
      <dgm:prSet presAssocID="{D7AD5485-5BCA-44CE-A8DD-26DC22EAE0E2}" presName="parentNode" presStyleLbl="node1" presStyleIdx="0" presStyleCnt="3">
        <dgm:presLayoutVars>
          <dgm:chMax val="0"/>
          <dgm:bulletEnabled val="1"/>
        </dgm:presLayoutVars>
      </dgm:prSet>
      <dgm:spPr/>
    </dgm:pt>
    <dgm:pt modelId="{BA0BB643-D463-43CA-B724-960EE3E20D0E}" type="pres">
      <dgm:prSet presAssocID="{D7AD5485-5BCA-44CE-A8DD-26DC22EAE0E2}" presName="childNode" presStyleLbl="node1" presStyleIdx="0" presStyleCnt="3">
        <dgm:presLayoutVars>
          <dgm:bulletEnabled val="1"/>
        </dgm:presLayoutVars>
      </dgm:prSet>
      <dgm:spPr/>
    </dgm:pt>
    <dgm:pt modelId="{F378D251-12BF-4C3C-81CC-8BD273661BC1}" type="pres">
      <dgm:prSet presAssocID="{B2B2E12A-DBC8-4118-8426-514BAF8D4436}" presName="hSp" presStyleCnt="0"/>
      <dgm:spPr/>
    </dgm:pt>
    <dgm:pt modelId="{CA03087C-5F87-40F5-8110-5A7F65FE4385}" type="pres">
      <dgm:prSet presAssocID="{B2B2E12A-DBC8-4118-8426-514BAF8D4436}" presName="vProcSp" presStyleCnt="0"/>
      <dgm:spPr/>
    </dgm:pt>
    <dgm:pt modelId="{084A4903-6755-4795-843B-654EF4703D25}" type="pres">
      <dgm:prSet presAssocID="{B2B2E12A-DBC8-4118-8426-514BAF8D4436}" presName="vSp1" presStyleCnt="0"/>
      <dgm:spPr/>
    </dgm:pt>
    <dgm:pt modelId="{328DDD40-B932-4DAD-92CA-3F4D2E5E712B}" type="pres">
      <dgm:prSet presAssocID="{B2B2E12A-DBC8-4118-8426-514BAF8D4436}" presName="simulatedConn" presStyleLbl="solidFgAcc1" presStyleIdx="0" presStyleCnt="2"/>
      <dgm:spPr/>
    </dgm:pt>
    <dgm:pt modelId="{9AD4811C-ED2B-4D33-A8E6-CFFE0E44230B}" type="pres">
      <dgm:prSet presAssocID="{B2B2E12A-DBC8-4118-8426-514BAF8D4436}" presName="vSp2" presStyleCnt="0"/>
      <dgm:spPr/>
    </dgm:pt>
    <dgm:pt modelId="{8217F959-A695-4D81-92E9-CFD697678B27}" type="pres">
      <dgm:prSet presAssocID="{B2B2E12A-DBC8-4118-8426-514BAF8D4436}" presName="sibTrans" presStyleCnt="0"/>
      <dgm:spPr/>
    </dgm:pt>
    <dgm:pt modelId="{10118963-1F6D-4071-87A1-C9CB9DCA0093}" type="pres">
      <dgm:prSet presAssocID="{ED1D6A5E-32A8-4CBC-BAA3-1D20360B13D5}" presName="compositeNode" presStyleCnt="0">
        <dgm:presLayoutVars>
          <dgm:bulletEnabled val="1"/>
        </dgm:presLayoutVars>
      </dgm:prSet>
      <dgm:spPr/>
    </dgm:pt>
    <dgm:pt modelId="{BD235ED6-CF0B-4439-8875-A98CF0FBD780}" type="pres">
      <dgm:prSet presAssocID="{ED1D6A5E-32A8-4CBC-BAA3-1D20360B13D5}" presName="bgRect" presStyleLbl="node1" presStyleIdx="1" presStyleCnt="3"/>
      <dgm:spPr/>
    </dgm:pt>
    <dgm:pt modelId="{F7FE05C7-74D2-4AB3-AE66-FA91ED698CD8}" type="pres">
      <dgm:prSet presAssocID="{ED1D6A5E-32A8-4CBC-BAA3-1D20360B13D5}" presName="parentNode" presStyleLbl="node1" presStyleIdx="1" presStyleCnt="3">
        <dgm:presLayoutVars>
          <dgm:chMax val="0"/>
          <dgm:bulletEnabled val="1"/>
        </dgm:presLayoutVars>
      </dgm:prSet>
      <dgm:spPr/>
    </dgm:pt>
    <dgm:pt modelId="{4754EE81-772B-4448-BE63-AF60A02FA078}" type="pres">
      <dgm:prSet presAssocID="{ED1D6A5E-32A8-4CBC-BAA3-1D20360B13D5}" presName="childNode" presStyleLbl="node1" presStyleIdx="1" presStyleCnt="3">
        <dgm:presLayoutVars>
          <dgm:bulletEnabled val="1"/>
        </dgm:presLayoutVars>
      </dgm:prSet>
      <dgm:spPr/>
    </dgm:pt>
    <dgm:pt modelId="{6BE8E2EB-8626-42BC-B916-B2FCC7FC66ED}" type="pres">
      <dgm:prSet presAssocID="{4B446975-680B-4373-AE64-C8871ADC4874}" presName="hSp" presStyleCnt="0"/>
      <dgm:spPr/>
    </dgm:pt>
    <dgm:pt modelId="{1A5C480C-604D-4CB1-B8FA-41913AC77442}" type="pres">
      <dgm:prSet presAssocID="{4B446975-680B-4373-AE64-C8871ADC4874}" presName="vProcSp" presStyleCnt="0"/>
      <dgm:spPr/>
    </dgm:pt>
    <dgm:pt modelId="{7DB02A5A-E8B2-48E1-8CF8-54F2C252CCDE}" type="pres">
      <dgm:prSet presAssocID="{4B446975-680B-4373-AE64-C8871ADC4874}" presName="vSp1" presStyleCnt="0"/>
      <dgm:spPr/>
    </dgm:pt>
    <dgm:pt modelId="{423D130E-DC83-4010-9D13-240883E08D34}" type="pres">
      <dgm:prSet presAssocID="{4B446975-680B-4373-AE64-C8871ADC4874}" presName="simulatedConn" presStyleLbl="solidFgAcc1" presStyleIdx="1" presStyleCnt="2"/>
      <dgm:spPr/>
    </dgm:pt>
    <dgm:pt modelId="{6E88CD55-2D57-42AC-BC25-D4BE396078B0}" type="pres">
      <dgm:prSet presAssocID="{4B446975-680B-4373-AE64-C8871ADC4874}" presName="vSp2" presStyleCnt="0"/>
      <dgm:spPr/>
    </dgm:pt>
    <dgm:pt modelId="{4C00B98B-DAA6-420B-924D-F3FF43F30221}" type="pres">
      <dgm:prSet presAssocID="{4B446975-680B-4373-AE64-C8871ADC4874}" presName="sibTrans" presStyleCnt="0"/>
      <dgm:spPr/>
    </dgm:pt>
    <dgm:pt modelId="{864DD26C-F249-4F65-AA11-E486EA5CF15C}" type="pres">
      <dgm:prSet presAssocID="{473F6C77-D45B-4523-A40C-8FB915FE9252}" presName="compositeNode" presStyleCnt="0">
        <dgm:presLayoutVars>
          <dgm:bulletEnabled val="1"/>
        </dgm:presLayoutVars>
      </dgm:prSet>
      <dgm:spPr/>
    </dgm:pt>
    <dgm:pt modelId="{392C0430-4949-48A3-B74B-286B7D2C0AEE}" type="pres">
      <dgm:prSet presAssocID="{473F6C77-D45B-4523-A40C-8FB915FE9252}" presName="bgRect" presStyleLbl="node1" presStyleIdx="2" presStyleCnt="3"/>
      <dgm:spPr/>
    </dgm:pt>
    <dgm:pt modelId="{1E4F0932-8828-4D2D-B796-ECDFBF9EE3A0}" type="pres">
      <dgm:prSet presAssocID="{473F6C77-D45B-4523-A40C-8FB915FE9252}" presName="parentNode" presStyleLbl="node1" presStyleIdx="2" presStyleCnt="3">
        <dgm:presLayoutVars>
          <dgm:chMax val="0"/>
          <dgm:bulletEnabled val="1"/>
        </dgm:presLayoutVars>
      </dgm:prSet>
      <dgm:spPr/>
    </dgm:pt>
    <dgm:pt modelId="{0609409A-454A-4D6A-82E8-55289BD1E7F0}" type="pres">
      <dgm:prSet presAssocID="{473F6C77-D45B-4523-A40C-8FB915FE9252}" presName="childNode" presStyleLbl="node1" presStyleIdx="2" presStyleCnt="3">
        <dgm:presLayoutVars>
          <dgm:bulletEnabled val="1"/>
        </dgm:presLayoutVars>
      </dgm:prSet>
      <dgm:spPr/>
    </dgm:pt>
  </dgm:ptLst>
  <dgm:cxnLst>
    <dgm:cxn modelId="{D450C701-5E2B-4C04-8221-E3EDBECEC2DA}" type="presOf" srcId="{ED1D6A5E-32A8-4CBC-BAA3-1D20360B13D5}" destId="{BD235ED6-CF0B-4439-8875-A98CF0FBD780}" srcOrd="0" destOrd="0" presId="urn:microsoft.com/office/officeart/2005/8/layout/hProcess7"/>
    <dgm:cxn modelId="{B4E20C04-7469-4CBB-9D8D-9D660D370377}" srcId="{CD9928F7-A6A3-4CCE-9903-AE743991AE6E}" destId="{ED1D6A5E-32A8-4CBC-BAA3-1D20360B13D5}" srcOrd="1" destOrd="0" parTransId="{D20FE9F8-B022-4942-97F8-21FB08F817C8}" sibTransId="{4B446975-680B-4373-AE64-C8871ADC4874}"/>
    <dgm:cxn modelId="{69AE300B-E6A3-40F9-81EC-8EAD13C5AA79}" srcId="{D7AD5485-5BCA-44CE-A8DD-26DC22EAE0E2}" destId="{0FE23599-5659-49E2-B72E-C50F6C4EB1F8}" srcOrd="0" destOrd="0" parTransId="{EF5526D8-9655-4A9A-8870-AE8856A07B0B}" sibTransId="{14E40146-A3EE-47A2-9C7A-6ADA178E07E3}"/>
    <dgm:cxn modelId="{7F6D640C-9D04-4401-A942-B924845C7212}" type="presOf" srcId="{473F6C77-D45B-4523-A40C-8FB915FE9252}" destId="{1E4F0932-8828-4D2D-B796-ECDFBF9EE3A0}" srcOrd="1" destOrd="0" presId="urn:microsoft.com/office/officeart/2005/8/layout/hProcess7"/>
    <dgm:cxn modelId="{3DBC9714-9F61-4D4D-B774-6186880DDFC1}" type="presOf" srcId="{D7AD5485-5BCA-44CE-A8DD-26DC22EAE0E2}" destId="{ACB969E0-3E5C-48CD-BE2D-38EED8945A43}" srcOrd="0" destOrd="0" presId="urn:microsoft.com/office/officeart/2005/8/layout/hProcess7"/>
    <dgm:cxn modelId="{2B79E927-2A2E-4734-A235-DD523137EDEE}" type="presOf" srcId="{D7AD5485-5BCA-44CE-A8DD-26DC22EAE0E2}" destId="{B17C5C39-A9CA-42F1-AB6D-93E7E22DBBFC}" srcOrd="1" destOrd="0" presId="urn:microsoft.com/office/officeart/2005/8/layout/hProcess7"/>
    <dgm:cxn modelId="{696BF82C-1BB0-4DDA-BA75-ACFA6558B4E7}" srcId="{ED1D6A5E-32A8-4CBC-BAA3-1D20360B13D5}" destId="{C92BCBBF-C678-4725-9A58-23FE9EE00CDD}" srcOrd="0" destOrd="0" parTransId="{7D34E7DD-E921-4E60-9A36-6E5593E26330}" sibTransId="{2F6A6B98-2380-4501-A2B3-C94F93BB8219}"/>
    <dgm:cxn modelId="{30B5CC66-706F-491D-84FC-9AC4866C18DE}" type="presOf" srcId="{ED1D6A5E-32A8-4CBC-BAA3-1D20360B13D5}" destId="{F7FE05C7-74D2-4AB3-AE66-FA91ED698CD8}" srcOrd="1" destOrd="0" presId="urn:microsoft.com/office/officeart/2005/8/layout/hProcess7"/>
    <dgm:cxn modelId="{3808C348-9C77-4399-A081-33B3FD8785DF}" type="presOf" srcId="{C92BCBBF-C678-4725-9A58-23FE9EE00CDD}" destId="{4754EE81-772B-4448-BE63-AF60A02FA078}" srcOrd="0" destOrd="0" presId="urn:microsoft.com/office/officeart/2005/8/layout/hProcess7"/>
    <dgm:cxn modelId="{A632656C-8609-458C-B7B1-25B5B82612E0}" type="presOf" srcId="{BF579CF0-9EB2-492A-A64B-69A685A72C42}" destId="{0609409A-454A-4D6A-82E8-55289BD1E7F0}" srcOrd="0" destOrd="0" presId="urn:microsoft.com/office/officeart/2005/8/layout/hProcess7"/>
    <dgm:cxn modelId="{2DD2535A-3D81-45D9-9D04-57103C0B5459}" srcId="{CD9928F7-A6A3-4CCE-9903-AE743991AE6E}" destId="{D7AD5485-5BCA-44CE-A8DD-26DC22EAE0E2}" srcOrd="0" destOrd="0" parTransId="{9887EA4D-E422-49D7-A823-9D81D40C3E91}" sibTransId="{B2B2E12A-DBC8-4118-8426-514BAF8D4436}"/>
    <dgm:cxn modelId="{E1E49B7C-FE76-41AA-A9D4-97A3EC5E006E}" srcId="{473F6C77-D45B-4523-A40C-8FB915FE9252}" destId="{BF579CF0-9EB2-492A-A64B-69A685A72C42}" srcOrd="0" destOrd="0" parTransId="{5E705491-CF9A-4742-902D-D3E895BC0BCA}" sibTransId="{9E36325F-7FA0-4696-9AB7-A6129EBAE6D0}"/>
    <dgm:cxn modelId="{FF80B2B4-7169-45AC-8B33-FFA2E0CA44DF}" type="presOf" srcId="{473F6C77-D45B-4523-A40C-8FB915FE9252}" destId="{392C0430-4949-48A3-B74B-286B7D2C0AEE}" srcOrd="0" destOrd="0" presId="urn:microsoft.com/office/officeart/2005/8/layout/hProcess7"/>
    <dgm:cxn modelId="{73E3DEB9-08DE-4A48-B26E-89B2618F36C8}" srcId="{CD9928F7-A6A3-4CCE-9903-AE743991AE6E}" destId="{473F6C77-D45B-4523-A40C-8FB915FE9252}" srcOrd="2" destOrd="0" parTransId="{4D63F9CE-4447-4BE1-9491-320D08B69BE8}" sibTransId="{81A44BC4-E782-425A-99BE-1D94BC11DC56}"/>
    <dgm:cxn modelId="{77C12FBB-BE99-4048-B79F-911B0B0A83D3}" type="presOf" srcId="{0FE23599-5659-49E2-B72E-C50F6C4EB1F8}" destId="{BA0BB643-D463-43CA-B724-960EE3E20D0E}" srcOrd="0" destOrd="0" presId="urn:microsoft.com/office/officeart/2005/8/layout/hProcess7"/>
    <dgm:cxn modelId="{CC1B59F7-B09B-4B9F-A1FB-6778801650C0}" type="presOf" srcId="{CD9928F7-A6A3-4CCE-9903-AE743991AE6E}" destId="{F74463B2-E865-42B5-9F6B-13A086C473D0}" srcOrd="0" destOrd="0" presId="urn:microsoft.com/office/officeart/2005/8/layout/hProcess7"/>
    <dgm:cxn modelId="{0B803D1F-B952-43AE-AE56-0DD7E5BF1E2A}" type="presParOf" srcId="{F74463B2-E865-42B5-9F6B-13A086C473D0}" destId="{C0EA0A22-E2EE-48E6-A92E-D604DE79DBC2}" srcOrd="0" destOrd="0" presId="urn:microsoft.com/office/officeart/2005/8/layout/hProcess7"/>
    <dgm:cxn modelId="{FB758C3E-C2BB-4407-A727-DC703A8FBC1F}" type="presParOf" srcId="{C0EA0A22-E2EE-48E6-A92E-D604DE79DBC2}" destId="{ACB969E0-3E5C-48CD-BE2D-38EED8945A43}" srcOrd="0" destOrd="0" presId="urn:microsoft.com/office/officeart/2005/8/layout/hProcess7"/>
    <dgm:cxn modelId="{4418DBA7-E3FD-423F-B0AD-3A891F2BEF23}" type="presParOf" srcId="{C0EA0A22-E2EE-48E6-A92E-D604DE79DBC2}" destId="{B17C5C39-A9CA-42F1-AB6D-93E7E22DBBFC}" srcOrd="1" destOrd="0" presId="urn:microsoft.com/office/officeart/2005/8/layout/hProcess7"/>
    <dgm:cxn modelId="{46580AFA-DC02-422A-831F-0FBD68508FB5}" type="presParOf" srcId="{C0EA0A22-E2EE-48E6-A92E-D604DE79DBC2}" destId="{BA0BB643-D463-43CA-B724-960EE3E20D0E}" srcOrd="2" destOrd="0" presId="urn:microsoft.com/office/officeart/2005/8/layout/hProcess7"/>
    <dgm:cxn modelId="{B65301FB-9F4A-4037-AD80-B27C5D024C3E}" type="presParOf" srcId="{F74463B2-E865-42B5-9F6B-13A086C473D0}" destId="{F378D251-12BF-4C3C-81CC-8BD273661BC1}" srcOrd="1" destOrd="0" presId="urn:microsoft.com/office/officeart/2005/8/layout/hProcess7"/>
    <dgm:cxn modelId="{96D1AC0C-426A-4211-B1EC-ECA9A80A8C0C}" type="presParOf" srcId="{F74463B2-E865-42B5-9F6B-13A086C473D0}" destId="{CA03087C-5F87-40F5-8110-5A7F65FE4385}" srcOrd="2" destOrd="0" presId="urn:microsoft.com/office/officeart/2005/8/layout/hProcess7"/>
    <dgm:cxn modelId="{3AF9D806-1BB1-4474-8E45-CFAACC5E8133}" type="presParOf" srcId="{CA03087C-5F87-40F5-8110-5A7F65FE4385}" destId="{084A4903-6755-4795-843B-654EF4703D25}" srcOrd="0" destOrd="0" presId="urn:microsoft.com/office/officeart/2005/8/layout/hProcess7"/>
    <dgm:cxn modelId="{65E32A8F-29A3-440D-BF88-4F7644870DA8}" type="presParOf" srcId="{CA03087C-5F87-40F5-8110-5A7F65FE4385}" destId="{328DDD40-B932-4DAD-92CA-3F4D2E5E712B}" srcOrd="1" destOrd="0" presId="urn:microsoft.com/office/officeart/2005/8/layout/hProcess7"/>
    <dgm:cxn modelId="{26AB9019-CE9B-4A33-A0B2-CD44D169C4FD}" type="presParOf" srcId="{CA03087C-5F87-40F5-8110-5A7F65FE4385}" destId="{9AD4811C-ED2B-4D33-A8E6-CFFE0E44230B}" srcOrd="2" destOrd="0" presId="urn:microsoft.com/office/officeart/2005/8/layout/hProcess7"/>
    <dgm:cxn modelId="{8450EFF5-6C8C-495A-8DE6-27C7CC1D44B7}" type="presParOf" srcId="{F74463B2-E865-42B5-9F6B-13A086C473D0}" destId="{8217F959-A695-4D81-92E9-CFD697678B27}" srcOrd="3" destOrd="0" presId="urn:microsoft.com/office/officeart/2005/8/layout/hProcess7"/>
    <dgm:cxn modelId="{B3C798A0-26B2-4C2F-B682-BF393ED0581F}" type="presParOf" srcId="{F74463B2-E865-42B5-9F6B-13A086C473D0}" destId="{10118963-1F6D-4071-87A1-C9CB9DCA0093}" srcOrd="4" destOrd="0" presId="urn:microsoft.com/office/officeart/2005/8/layout/hProcess7"/>
    <dgm:cxn modelId="{49A22A89-5953-44A0-A935-E402F6E76872}" type="presParOf" srcId="{10118963-1F6D-4071-87A1-C9CB9DCA0093}" destId="{BD235ED6-CF0B-4439-8875-A98CF0FBD780}" srcOrd="0" destOrd="0" presId="urn:microsoft.com/office/officeart/2005/8/layout/hProcess7"/>
    <dgm:cxn modelId="{256421BF-B49D-409C-BDDC-3A1FBCFD94EA}" type="presParOf" srcId="{10118963-1F6D-4071-87A1-C9CB9DCA0093}" destId="{F7FE05C7-74D2-4AB3-AE66-FA91ED698CD8}" srcOrd="1" destOrd="0" presId="urn:microsoft.com/office/officeart/2005/8/layout/hProcess7"/>
    <dgm:cxn modelId="{B78499D5-3893-4363-A1CC-7726FCDF93BA}" type="presParOf" srcId="{10118963-1F6D-4071-87A1-C9CB9DCA0093}" destId="{4754EE81-772B-4448-BE63-AF60A02FA078}" srcOrd="2" destOrd="0" presId="urn:microsoft.com/office/officeart/2005/8/layout/hProcess7"/>
    <dgm:cxn modelId="{83B5CC1D-391E-40C4-9E79-98344D853CE8}" type="presParOf" srcId="{F74463B2-E865-42B5-9F6B-13A086C473D0}" destId="{6BE8E2EB-8626-42BC-B916-B2FCC7FC66ED}" srcOrd="5" destOrd="0" presId="urn:microsoft.com/office/officeart/2005/8/layout/hProcess7"/>
    <dgm:cxn modelId="{20BE6561-8C0E-4E5C-B345-66552132B816}" type="presParOf" srcId="{F74463B2-E865-42B5-9F6B-13A086C473D0}" destId="{1A5C480C-604D-4CB1-B8FA-41913AC77442}" srcOrd="6" destOrd="0" presId="urn:microsoft.com/office/officeart/2005/8/layout/hProcess7"/>
    <dgm:cxn modelId="{38D40452-6DA8-48B7-9137-40E3279D7106}" type="presParOf" srcId="{1A5C480C-604D-4CB1-B8FA-41913AC77442}" destId="{7DB02A5A-E8B2-48E1-8CF8-54F2C252CCDE}" srcOrd="0" destOrd="0" presId="urn:microsoft.com/office/officeart/2005/8/layout/hProcess7"/>
    <dgm:cxn modelId="{6A5EC599-D334-4E55-AEF4-4B88EA730A49}" type="presParOf" srcId="{1A5C480C-604D-4CB1-B8FA-41913AC77442}" destId="{423D130E-DC83-4010-9D13-240883E08D34}" srcOrd="1" destOrd="0" presId="urn:microsoft.com/office/officeart/2005/8/layout/hProcess7"/>
    <dgm:cxn modelId="{28CDB2E5-73E9-4393-AF83-31B686DDF4FF}" type="presParOf" srcId="{1A5C480C-604D-4CB1-B8FA-41913AC77442}" destId="{6E88CD55-2D57-42AC-BC25-D4BE396078B0}" srcOrd="2" destOrd="0" presId="urn:microsoft.com/office/officeart/2005/8/layout/hProcess7"/>
    <dgm:cxn modelId="{4AF614BD-E19B-425D-BD74-628A67699EBE}" type="presParOf" srcId="{F74463B2-E865-42B5-9F6B-13A086C473D0}" destId="{4C00B98B-DAA6-420B-924D-F3FF43F30221}" srcOrd="7" destOrd="0" presId="urn:microsoft.com/office/officeart/2005/8/layout/hProcess7"/>
    <dgm:cxn modelId="{E63F7F69-B8EA-4B64-9689-2247C2992D89}" type="presParOf" srcId="{F74463B2-E865-42B5-9F6B-13A086C473D0}" destId="{864DD26C-F249-4F65-AA11-E486EA5CF15C}" srcOrd="8" destOrd="0" presId="urn:microsoft.com/office/officeart/2005/8/layout/hProcess7"/>
    <dgm:cxn modelId="{7865DAFB-33F0-45F8-A2AA-8563C271E4B2}" type="presParOf" srcId="{864DD26C-F249-4F65-AA11-E486EA5CF15C}" destId="{392C0430-4949-48A3-B74B-286B7D2C0AEE}" srcOrd="0" destOrd="0" presId="urn:microsoft.com/office/officeart/2005/8/layout/hProcess7"/>
    <dgm:cxn modelId="{4ACBD7D7-C763-41A3-A236-99911019D6DC}" type="presParOf" srcId="{864DD26C-F249-4F65-AA11-E486EA5CF15C}" destId="{1E4F0932-8828-4D2D-B796-ECDFBF9EE3A0}" srcOrd="1" destOrd="0" presId="urn:microsoft.com/office/officeart/2005/8/layout/hProcess7"/>
    <dgm:cxn modelId="{FD358B5E-A22D-418B-93FB-89C7A58FA587}" type="presParOf" srcId="{864DD26C-F249-4F65-AA11-E486EA5CF15C}" destId="{0609409A-454A-4D6A-82E8-55289BD1E7F0}" srcOrd="2" destOrd="0" presId="urn:microsoft.com/office/officeart/2005/8/layout/hProcess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050947-6910-4AA6-8879-EB35C736313C}" type="doc">
      <dgm:prSet loTypeId="urn:microsoft.com/office/officeart/2005/8/layout/hChevron3" loCatId="process" qsTypeId="urn:microsoft.com/office/officeart/2005/8/quickstyle/simple1" qsCatId="simple" csTypeId="urn:microsoft.com/office/officeart/2005/8/colors/accent1_2" csCatId="accent1" phldr="1"/>
      <dgm:spPr/>
    </dgm:pt>
    <dgm:pt modelId="{C09CDFD6-4721-479E-A1CD-70B1517DACA4}">
      <dgm:prSet phldrT="[Text]" custT="1"/>
      <dgm:spPr/>
      <dgm:t>
        <a:bodyPr/>
        <a:lstStyle/>
        <a:p>
          <a:pPr>
            <a:buNone/>
          </a:pPr>
          <a:r>
            <a:rPr lang="en-US" sz="2000" dirty="0">
              <a:solidFill>
                <a:srgbClr val="EEEFF5"/>
              </a:solidFill>
              <a:latin typeface="Montserrat" pitchFamily="34" charset="0"/>
              <a:ea typeface="Montserrat" pitchFamily="34" charset="-122"/>
              <a:cs typeface="Montserrat" pitchFamily="34" charset="-120"/>
            </a:rPr>
            <a:t>Isolate affected systems to prevent further tampering or data loss.</a:t>
          </a:r>
          <a:endParaRPr lang="en-US" sz="2000" dirty="0"/>
        </a:p>
      </dgm:t>
    </dgm:pt>
    <dgm:pt modelId="{D265EFC1-8D0E-42E3-A832-E8774717966C}" type="parTrans" cxnId="{E943EB24-769C-4484-84E2-A5C407A23815}">
      <dgm:prSet/>
      <dgm:spPr/>
      <dgm:t>
        <a:bodyPr/>
        <a:lstStyle/>
        <a:p>
          <a:endParaRPr lang="en-US"/>
        </a:p>
      </dgm:t>
    </dgm:pt>
    <dgm:pt modelId="{30643B01-C5F3-4C7D-8029-C8923C6EF10C}" type="sibTrans" cxnId="{E943EB24-769C-4484-84E2-A5C407A23815}">
      <dgm:prSet/>
      <dgm:spPr/>
      <dgm:t>
        <a:bodyPr/>
        <a:lstStyle/>
        <a:p>
          <a:endParaRPr lang="en-US"/>
        </a:p>
      </dgm:t>
    </dgm:pt>
    <dgm:pt modelId="{3135B722-A1F5-4548-8209-7BA634CE8FC9}">
      <dgm:prSet phldrT="[Text]" custT="1"/>
      <dgm:spPr/>
      <dgm:t>
        <a:bodyPr/>
        <a:lstStyle/>
        <a:p>
          <a:pPr>
            <a:buNone/>
          </a:pPr>
          <a:r>
            <a:rPr lang="en-US" sz="2000" dirty="0">
              <a:solidFill>
                <a:srgbClr val="EEEFF5"/>
              </a:solidFill>
              <a:latin typeface="Montserrat" pitchFamily="34" charset="0"/>
              <a:ea typeface="Montserrat" pitchFamily="34" charset="-122"/>
              <a:cs typeface="Montserrat" pitchFamily="34" charset="-120"/>
            </a:rPr>
            <a:t>Record all actions taken during the evidence-collection process.</a:t>
          </a:r>
          <a:endParaRPr lang="en-US" sz="2000" dirty="0"/>
        </a:p>
      </dgm:t>
    </dgm:pt>
    <dgm:pt modelId="{09700D42-0BE8-4757-ABBA-C477F4ABC224}" type="parTrans" cxnId="{A69C9C90-379C-4E44-A077-CB5B63BC6FDD}">
      <dgm:prSet/>
      <dgm:spPr/>
      <dgm:t>
        <a:bodyPr/>
        <a:lstStyle/>
        <a:p>
          <a:endParaRPr lang="en-US"/>
        </a:p>
      </dgm:t>
    </dgm:pt>
    <dgm:pt modelId="{FBAC37C7-0845-4BBD-9FCA-DC2310942340}" type="sibTrans" cxnId="{A69C9C90-379C-4E44-A077-CB5B63BC6FDD}">
      <dgm:prSet/>
      <dgm:spPr/>
      <dgm:t>
        <a:bodyPr/>
        <a:lstStyle/>
        <a:p>
          <a:endParaRPr lang="en-US"/>
        </a:p>
      </dgm:t>
    </dgm:pt>
    <dgm:pt modelId="{468D88D7-4592-486D-B8E0-90E4777E0FA0}">
      <dgm:prSet phldrT="[Text]" custT="1"/>
      <dgm:spPr/>
      <dgm:t>
        <a:bodyPr/>
        <a:lstStyle/>
        <a:p>
          <a:pPr>
            <a:buNone/>
          </a:pPr>
          <a:r>
            <a:rPr lang="en-US" sz="2000" dirty="0">
              <a:solidFill>
                <a:srgbClr val="EEEFF5"/>
              </a:solidFill>
              <a:latin typeface="Montserrat" pitchFamily="34" charset="0"/>
              <a:ea typeface="Montserrat" pitchFamily="34" charset="-122"/>
              <a:cs typeface="Montserrat" pitchFamily="34" charset="-120"/>
            </a:rPr>
            <a:t>Employ specialized software to create exact copies of digital evidence.</a:t>
          </a:r>
          <a:endParaRPr lang="en-US" sz="2000" dirty="0"/>
        </a:p>
      </dgm:t>
    </dgm:pt>
    <dgm:pt modelId="{5C98FF88-D188-410F-B4F8-7DE5B98C96A8}" type="parTrans" cxnId="{D9A2A832-A55B-4EEA-BF84-210A3FB8FED3}">
      <dgm:prSet/>
      <dgm:spPr/>
      <dgm:t>
        <a:bodyPr/>
        <a:lstStyle/>
        <a:p>
          <a:endParaRPr lang="en-US"/>
        </a:p>
      </dgm:t>
    </dgm:pt>
    <dgm:pt modelId="{77F0A14C-671B-4BF5-9DD9-924D6A7AD668}" type="sibTrans" cxnId="{D9A2A832-A55B-4EEA-BF84-210A3FB8FED3}">
      <dgm:prSet/>
      <dgm:spPr/>
      <dgm:t>
        <a:bodyPr/>
        <a:lstStyle/>
        <a:p>
          <a:endParaRPr lang="en-US"/>
        </a:p>
      </dgm:t>
    </dgm:pt>
    <dgm:pt modelId="{05F92A03-2AE6-44AF-950B-741281223A7E}">
      <dgm:prSet custT="1"/>
      <dgm:spPr/>
      <dgm:t>
        <a:bodyPr/>
        <a:lstStyle/>
        <a:p>
          <a:pPr>
            <a:buNone/>
          </a:pPr>
          <a:r>
            <a:rPr lang="en-US" sz="2000" dirty="0">
              <a:solidFill>
                <a:srgbClr val="EEEFF5"/>
              </a:solidFill>
              <a:latin typeface="Montserrat" pitchFamily="34" charset="0"/>
              <a:ea typeface="Montserrat" pitchFamily="34" charset="-122"/>
              <a:cs typeface="Montserrat" pitchFamily="34" charset="-120"/>
            </a:rPr>
            <a:t>Track who has handled the evidence at every step of the process.</a:t>
          </a:r>
          <a:endParaRPr lang="en-US" sz="2000" dirty="0"/>
        </a:p>
      </dgm:t>
    </dgm:pt>
    <dgm:pt modelId="{CF971E73-4881-4587-9766-B82E93C1FE99}" type="parTrans" cxnId="{362678DE-DC25-429A-88E2-B2651B4B4748}">
      <dgm:prSet/>
      <dgm:spPr/>
      <dgm:t>
        <a:bodyPr/>
        <a:lstStyle/>
        <a:p>
          <a:endParaRPr lang="en-US"/>
        </a:p>
      </dgm:t>
    </dgm:pt>
    <dgm:pt modelId="{7992ECAF-9862-4F04-A88A-9B722AED7922}" type="sibTrans" cxnId="{362678DE-DC25-429A-88E2-B2651B4B4748}">
      <dgm:prSet/>
      <dgm:spPr/>
      <dgm:t>
        <a:bodyPr/>
        <a:lstStyle/>
        <a:p>
          <a:endParaRPr lang="en-US"/>
        </a:p>
      </dgm:t>
    </dgm:pt>
    <dgm:pt modelId="{F71ACAFA-1753-4CF6-9E64-F790DF07690C}" type="pres">
      <dgm:prSet presAssocID="{51050947-6910-4AA6-8879-EB35C736313C}" presName="Name0" presStyleCnt="0">
        <dgm:presLayoutVars>
          <dgm:dir/>
          <dgm:resizeHandles val="exact"/>
        </dgm:presLayoutVars>
      </dgm:prSet>
      <dgm:spPr/>
    </dgm:pt>
    <dgm:pt modelId="{40255487-D5EC-42AA-8864-D7FA3FA49C59}" type="pres">
      <dgm:prSet presAssocID="{C09CDFD6-4721-479E-A1CD-70B1517DACA4}" presName="parTxOnly" presStyleLbl="node1" presStyleIdx="0" presStyleCnt="4" custScaleX="132682" custScaleY="155593">
        <dgm:presLayoutVars>
          <dgm:bulletEnabled val="1"/>
        </dgm:presLayoutVars>
      </dgm:prSet>
      <dgm:spPr/>
    </dgm:pt>
    <dgm:pt modelId="{A5E12DDA-11CC-408C-AE3F-4E48C2B48A10}" type="pres">
      <dgm:prSet presAssocID="{30643B01-C5F3-4C7D-8029-C8923C6EF10C}" presName="parSpace" presStyleCnt="0"/>
      <dgm:spPr/>
    </dgm:pt>
    <dgm:pt modelId="{1C110C02-2947-4AB4-BADE-1ED0C808AD01}" type="pres">
      <dgm:prSet presAssocID="{3135B722-A1F5-4548-8209-7BA634CE8FC9}" presName="parTxOnly" presStyleLbl="node1" presStyleIdx="1" presStyleCnt="4" custScaleX="135651" custScaleY="155593">
        <dgm:presLayoutVars>
          <dgm:bulletEnabled val="1"/>
        </dgm:presLayoutVars>
      </dgm:prSet>
      <dgm:spPr/>
    </dgm:pt>
    <dgm:pt modelId="{D51E7C60-706F-48FF-8378-C690C4968AF8}" type="pres">
      <dgm:prSet presAssocID="{FBAC37C7-0845-4BBD-9FCA-DC2310942340}" presName="parSpace" presStyleCnt="0"/>
      <dgm:spPr/>
    </dgm:pt>
    <dgm:pt modelId="{461CBC84-2DD2-4C5A-AFAB-543A4D2C3384}" type="pres">
      <dgm:prSet presAssocID="{468D88D7-4592-486D-B8E0-90E4777E0FA0}" presName="parTxOnly" presStyleLbl="node1" presStyleIdx="2" presStyleCnt="4" custScaleX="151735" custScaleY="157171">
        <dgm:presLayoutVars>
          <dgm:bulletEnabled val="1"/>
        </dgm:presLayoutVars>
      </dgm:prSet>
      <dgm:spPr/>
    </dgm:pt>
    <dgm:pt modelId="{5F54C2D8-99CC-4D0E-8059-07E01584EF62}" type="pres">
      <dgm:prSet presAssocID="{77F0A14C-671B-4BF5-9DD9-924D6A7AD668}" presName="parSpace" presStyleCnt="0"/>
      <dgm:spPr/>
    </dgm:pt>
    <dgm:pt modelId="{BECBD357-D7F4-4E1F-934F-E1B5A78CCE97}" type="pres">
      <dgm:prSet presAssocID="{05F92A03-2AE6-44AF-950B-741281223A7E}" presName="parTxOnly" presStyleLbl="node1" presStyleIdx="3" presStyleCnt="4" custScaleX="147448" custScaleY="157171">
        <dgm:presLayoutVars>
          <dgm:bulletEnabled val="1"/>
        </dgm:presLayoutVars>
      </dgm:prSet>
      <dgm:spPr/>
    </dgm:pt>
  </dgm:ptLst>
  <dgm:cxnLst>
    <dgm:cxn modelId="{E943EB24-769C-4484-84E2-A5C407A23815}" srcId="{51050947-6910-4AA6-8879-EB35C736313C}" destId="{C09CDFD6-4721-479E-A1CD-70B1517DACA4}" srcOrd="0" destOrd="0" parTransId="{D265EFC1-8D0E-42E3-A832-E8774717966C}" sibTransId="{30643B01-C5F3-4C7D-8029-C8923C6EF10C}"/>
    <dgm:cxn modelId="{D9A2A832-A55B-4EEA-BF84-210A3FB8FED3}" srcId="{51050947-6910-4AA6-8879-EB35C736313C}" destId="{468D88D7-4592-486D-B8E0-90E4777E0FA0}" srcOrd="2" destOrd="0" parTransId="{5C98FF88-D188-410F-B4F8-7DE5B98C96A8}" sibTransId="{77F0A14C-671B-4BF5-9DD9-924D6A7AD668}"/>
    <dgm:cxn modelId="{96039B61-2809-4483-9BA7-4C498F6E43AF}" type="presOf" srcId="{51050947-6910-4AA6-8879-EB35C736313C}" destId="{F71ACAFA-1753-4CF6-9E64-F790DF07690C}" srcOrd="0" destOrd="0" presId="urn:microsoft.com/office/officeart/2005/8/layout/hChevron3"/>
    <dgm:cxn modelId="{20C12A45-523D-4D1F-8AF4-2257A2AEC770}" type="presOf" srcId="{05F92A03-2AE6-44AF-950B-741281223A7E}" destId="{BECBD357-D7F4-4E1F-934F-E1B5A78CCE97}" srcOrd="0" destOrd="0" presId="urn:microsoft.com/office/officeart/2005/8/layout/hChevron3"/>
    <dgm:cxn modelId="{87486F6A-2E7B-4BBA-975B-20606A4619C0}" type="presOf" srcId="{3135B722-A1F5-4548-8209-7BA634CE8FC9}" destId="{1C110C02-2947-4AB4-BADE-1ED0C808AD01}" srcOrd="0" destOrd="0" presId="urn:microsoft.com/office/officeart/2005/8/layout/hChevron3"/>
    <dgm:cxn modelId="{E4EBBD89-F74A-42D9-92BA-E4E4BAC7CADE}" type="presOf" srcId="{C09CDFD6-4721-479E-A1CD-70B1517DACA4}" destId="{40255487-D5EC-42AA-8864-D7FA3FA49C59}" srcOrd="0" destOrd="0" presId="urn:microsoft.com/office/officeart/2005/8/layout/hChevron3"/>
    <dgm:cxn modelId="{A69C9C90-379C-4E44-A077-CB5B63BC6FDD}" srcId="{51050947-6910-4AA6-8879-EB35C736313C}" destId="{3135B722-A1F5-4548-8209-7BA634CE8FC9}" srcOrd="1" destOrd="0" parTransId="{09700D42-0BE8-4757-ABBA-C477F4ABC224}" sibTransId="{FBAC37C7-0845-4BBD-9FCA-DC2310942340}"/>
    <dgm:cxn modelId="{EA0CC596-4C1D-4EA2-BB3D-BF0639982FAC}" type="presOf" srcId="{468D88D7-4592-486D-B8E0-90E4777E0FA0}" destId="{461CBC84-2DD2-4C5A-AFAB-543A4D2C3384}" srcOrd="0" destOrd="0" presId="urn:microsoft.com/office/officeart/2005/8/layout/hChevron3"/>
    <dgm:cxn modelId="{362678DE-DC25-429A-88E2-B2651B4B4748}" srcId="{51050947-6910-4AA6-8879-EB35C736313C}" destId="{05F92A03-2AE6-44AF-950B-741281223A7E}" srcOrd="3" destOrd="0" parTransId="{CF971E73-4881-4587-9766-B82E93C1FE99}" sibTransId="{7992ECAF-9862-4F04-A88A-9B722AED7922}"/>
    <dgm:cxn modelId="{94FCE967-F5D4-4357-8025-41495431EA19}" type="presParOf" srcId="{F71ACAFA-1753-4CF6-9E64-F790DF07690C}" destId="{40255487-D5EC-42AA-8864-D7FA3FA49C59}" srcOrd="0" destOrd="0" presId="urn:microsoft.com/office/officeart/2005/8/layout/hChevron3"/>
    <dgm:cxn modelId="{E7067830-FB2F-49A2-B192-4DF40012002D}" type="presParOf" srcId="{F71ACAFA-1753-4CF6-9E64-F790DF07690C}" destId="{A5E12DDA-11CC-408C-AE3F-4E48C2B48A10}" srcOrd="1" destOrd="0" presId="urn:microsoft.com/office/officeart/2005/8/layout/hChevron3"/>
    <dgm:cxn modelId="{0B3D3E23-CAFE-4105-8781-52ABB722D254}" type="presParOf" srcId="{F71ACAFA-1753-4CF6-9E64-F790DF07690C}" destId="{1C110C02-2947-4AB4-BADE-1ED0C808AD01}" srcOrd="2" destOrd="0" presId="urn:microsoft.com/office/officeart/2005/8/layout/hChevron3"/>
    <dgm:cxn modelId="{DF2FA06F-A3CF-4568-A663-440B1A45EFE6}" type="presParOf" srcId="{F71ACAFA-1753-4CF6-9E64-F790DF07690C}" destId="{D51E7C60-706F-48FF-8378-C690C4968AF8}" srcOrd="3" destOrd="0" presId="urn:microsoft.com/office/officeart/2005/8/layout/hChevron3"/>
    <dgm:cxn modelId="{3D6D797D-0CEE-45B9-AE19-7ECAEDC93AAC}" type="presParOf" srcId="{F71ACAFA-1753-4CF6-9E64-F790DF07690C}" destId="{461CBC84-2DD2-4C5A-AFAB-543A4D2C3384}" srcOrd="4" destOrd="0" presId="urn:microsoft.com/office/officeart/2005/8/layout/hChevron3"/>
    <dgm:cxn modelId="{77A76C07-CD65-423E-9160-97579D0FE0B0}" type="presParOf" srcId="{F71ACAFA-1753-4CF6-9E64-F790DF07690C}" destId="{5F54C2D8-99CC-4D0E-8059-07E01584EF62}" srcOrd="5" destOrd="0" presId="urn:microsoft.com/office/officeart/2005/8/layout/hChevron3"/>
    <dgm:cxn modelId="{C326DCE4-AC5A-4F6C-A88F-7B7BF503C4FA}" type="presParOf" srcId="{F71ACAFA-1753-4CF6-9E64-F790DF07690C}" destId="{BECBD357-D7F4-4E1F-934F-E1B5A78CCE97}" srcOrd="6"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3A0FEE-3246-45F7-8B79-20B591310EC7}"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73E961B1-B5D8-43D8-8EBF-9CDD5DC470A4}">
      <dgm:prSet phldrT="[Text]" custT="1"/>
      <dgm:spPr/>
      <dgm:t>
        <a:bodyPr/>
        <a:lstStyle/>
        <a:p>
          <a:pPr>
            <a:buNone/>
          </a:pPr>
          <a:r>
            <a:rPr lang="en-US" sz="2000" b="1" dirty="0">
              <a:solidFill>
                <a:schemeClr val="tx1"/>
              </a:solidFill>
              <a:latin typeface="Barlow" pitchFamily="34" charset="0"/>
              <a:ea typeface="Barlow" pitchFamily="34" charset="-122"/>
              <a:cs typeface="Barlow" pitchFamily="34" charset="-120"/>
            </a:rPr>
            <a:t>Forensic Imaging</a:t>
          </a:r>
          <a:endParaRPr lang="en-US" sz="2000" dirty="0">
            <a:solidFill>
              <a:schemeClr val="tx1"/>
            </a:solidFill>
          </a:endParaRPr>
        </a:p>
      </dgm:t>
    </dgm:pt>
    <dgm:pt modelId="{E0C3DEC5-39AC-4200-A3E3-02AC5345ACCB}" type="parTrans" cxnId="{2ACBDE1C-B502-488B-997B-43821A254B1C}">
      <dgm:prSet/>
      <dgm:spPr/>
      <dgm:t>
        <a:bodyPr/>
        <a:lstStyle/>
        <a:p>
          <a:endParaRPr lang="en-US"/>
        </a:p>
      </dgm:t>
    </dgm:pt>
    <dgm:pt modelId="{D5FD7011-7042-4243-8E8F-9CBD17C6B727}" type="sibTrans" cxnId="{2ACBDE1C-B502-488B-997B-43821A254B1C}">
      <dgm:prSet/>
      <dgm:spPr/>
      <dgm:t>
        <a:bodyPr/>
        <a:lstStyle/>
        <a:p>
          <a:endParaRPr lang="en-US" sz="2000"/>
        </a:p>
      </dgm:t>
    </dgm:pt>
    <dgm:pt modelId="{A2B94965-6C20-47BC-86A3-68C4DEB61C09}">
      <dgm:prSet phldrT="[Text]" custT="1"/>
      <dgm:spPr/>
      <dgm:t>
        <a:bodyPr/>
        <a:lstStyle/>
        <a:p>
          <a:pPr>
            <a:buSzPct val="100000"/>
            <a:buChar char="•"/>
          </a:pPr>
          <a:r>
            <a:rPr lang="en-US" sz="2000" dirty="0">
              <a:solidFill>
                <a:schemeClr val="tx1"/>
              </a:solidFill>
              <a:latin typeface="Montserrat" pitchFamily="34" charset="0"/>
              <a:ea typeface="Montserrat" pitchFamily="34" charset="-122"/>
              <a:cs typeface="Montserrat" pitchFamily="34" charset="-120"/>
            </a:rPr>
            <a:t>Use write-blockers to prevent data alteration</a:t>
          </a:r>
          <a:endParaRPr lang="en-US" sz="2000" dirty="0">
            <a:solidFill>
              <a:schemeClr val="tx1"/>
            </a:solidFill>
          </a:endParaRPr>
        </a:p>
      </dgm:t>
    </dgm:pt>
    <dgm:pt modelId="{1D7EDB95-0878-44FB-94EB-2E91EB72F049}" type="parTrans" cxnId="{5F785414-D71F-4427-BF88-FCCF0B08C622}">
      <dgm:prSet/>
      <dgm:spPr/>
      <dgm:t>
        <a:bodyPr/>
        <a:lstStyle/>
        <a:p>
          <a:endParaRPr lang="en-US"/>
        </a:p>
      </dgm:t>
    </dgm:pt>
    <dgm:pt modelId="{1B7DF141-96A0-49D7-B247-EA9E6DBFCE48}" type="sibTrans" cxnId="{5F785414-D71F-4427-BF88-FCCF0B08C622}">
      <dgm:prSet/>
      <dgm:spPr/>
      <dgm:t>
        <a:bodyPr/>
        <a:lstStyle/>
        <a:p>
          <a:endParaRPr lang="en-US"/>
        </a:p>
      </dgm:t>
    </dgm:pt>
    <dgm:pt modelId="{96103DD1-6A41-4E68-BE8A-061E64E9188A}">
      <dgm:prSet phldrT="[Text]" custT="1"/>
      <dgm:spPr/>
      <dgm:t>
        <a:bodyPr/>
        <a:lstStyle/>
        <a:p>
          <a:pPr>
            <a:buSzPct val="100000"/>
            <a:buChar char="•"/>
          </a:pPr>
          <a:r>
            <a:rPr lang="en-US" sz="2000" dirty="0">
              <a:solidFill>
                <a:schemeClr val="tx1"/>
              </a:solidFill>
              <a:latin typeface="Montserrat" pitchFamily="34" charset="0"/>
              <a:ea typeface="Montserrat" pitchFamily="34" charset="-122"/>
              <a:cs typeface="Montserrat" pitchFamily="34" charset="-120"/>
            </a:rPr>
            <a:t>Verify image integrity with hash values</a:t>
          </a:r>
          <a:endParaRPr lang="en-US" sz="2000" dirty="0">
            <a:solidFill>
              <a:schemeClr val="tx1"/>
            </a:solidFill>
          </a:endParaRPr>
        </a:p>
      </dgm:t>
    </dgm:pt>
    <dgm:pt modelId="{2B14655E-BB0F-462A-8DB0-4FB591F2E9F3}" type="parTrans" cxnId="{8E56FDE4-9991-46D0-9086-92442905A3E5}">
      <dgm:prSet/>
      <dgm:spPr/>
      <dgm:t>
        <a:bodyPr/>
        <a:lstStyle/>
        <a:p>
          <a:endParaRPr lang="en-US"/>
        </a:p>
      </dgm:t>
    </dgm:pt>
    <dgm:pt modelId="{E5FE4FE7-A930-4E98-8AAA-789CDD208E6D}" type="sibTrans" cxnId="{8E56FDE4-9991-46D0-9086-92442905A3E5}">
      <dgm:prSet/>
      <dgm:spPr/>
      <dgm:t>
        <a:bodyPr/>
        <a:lstStyle/>
        <a:p>
          <a:endParaRPr lang="en-US"/>
        </a:p>
      </dgm:t>
    </dgm:pt>
    <dgm:pt modelId="{9DF4A858-F11E-44AF-8C05-4CA89E2C279F}">
      <dgm:prSet phldrT="[Text]" custT="1"/>
      <dgm:spPr/>
      <dgm:t>
        <a:bodyPr/>
        <a:lstStyle/>
        <a:p>
          <a:pPr>
            <a:buNone/>
          </a:pPr>
          <a:r>
            <a:rPr lang="en-US" sz="2000" b="1" dirty="0">
              <a:solidFill>
                <a:schemeClr val="tx1"/>
              </a:solidFill>
              <a:latin typeface="Barlow" pitchFamily="34" charset="0"/>
              <a:ea typeface="Barlow" pitchFamily="34" charset="-122"/>
              <a:cs typeface="Barlow" pitchFamily="34" charset="-120"/>
            </a:rPr>
            <a:t>Chain of Custody</a:t>
          </a:r>
          <a:endParaRPr lang="en-US" sz="2000" dirty="0">
            <a:solidFill>
              <a:schemeClr val="tx1"/>
            </a:solidFill>
          </a:endParaRPr>
        </a:p>
      </dgm:t>
    </dgm:pt>
    <dgm:pt modelId="{2F37E115-3A17-4C1F-8BFC-994A287C251B}" type="parTrans" cxnId="{85151C8A-B37B-4870-B3B3-77FA15A6D1A1}">
      <dgm:prSet/>
      <dgm:spPr/>
      <dgm:t>
        <a:bodyPr/>
        <a:lstStyle/>
        <a:p>
          <a:endParaRPr lang="en-US"/>
        </a:p>
      </dgm:t>
    </dgm:pt>
    <dgm:pt modelId="{AC2CE395-D1E8-4778-92B3-99A908D31417}" type="sibTrans" cxnId="{85151C8A-B37B-4870-B3B3-77FA15A6D1A1}">
      <dgm:prSet/>
      <dgm:spPr/>
      <dgm:t>
        <a:bodyPr/>
        <a:lstStyle/>
        <a:p>
          <a:endParaRPr lang="en-US" sz="2000"/>
        </a:p>
      </dgm:t>
    </dgm:pt>
    <dgm:pt modelId="{7826164A-264B-471D-93B0-B1D5289E6CF7}">
      <dgm:prSet phldrT="[Text]" custT="1"/>
      <dgm:spPr/>
      <dgm:t>
        <a:bodyPr/>
        <a:lstStyle/>
        <a:p>
          <a:pPr>
            <a:buSzPct val="100000"/>
            <a:buChar char="•"/>
          </a:pPr>
          <a:r>
            <a:rPr lang="en-US" sz="2000" dirty="0">
              <a:solidFill>
                <a:schemeClr val="tx1"/>
              </a:solidFill>
              <a:latin typeface="Montserrat" pitchFamily="34" charset="0"/>
              <a:ea typeface="Montserrat" pitchFamily="34" charset="-122"/>
              <a:cs typeface="Montserrat" pitchFamily="34" charset="-120"/>
            </a:rPr>
            <a:t>Log all transfers and access to evidence</a:t>
          </a:r>
          <a:endParaRPr lang="en-US" sz="2000" dirty="0">
            <a:solidFill>
              <a:schemeClr val="tx1"/>
            </a:solidFill>
          </a:endParaRPr>
        </a:p>
      </dgm:t>
    </dgm:pt>
    <dgm:pt modelId="{F8FE4122-EFA7-4C5D-8C92-1FC3BD8C6052}" type="parTrans" cxnId="{676F3C9E-3CE6-409F-92C9-6244CC4023F7}">
      <dgm:prSet/>
      <dgm:spPr/>
      <dgm:t>
        <a:bodyPr/>
        <a:lstStyle/>
        <a:p>
          <a:endParaRPr lang="en-US"/>
        </a:p>
      </dgm:t>
    </dgm:pt>
    <dgm:pt modelId="{8C7E5E96-5094-40C5-9486-FCBFF099D042}" type="sibTrans" cxnId="{676F3C9E-3CE6-409F-92C9-6244CC4023F7}">
      <dgm:prSet/>
      <dgm:spPr/>
      <dgm:t>
        <a:bodyPr/>
        <a:lstStyle/>
        <a:p>
          <a:endParaRPr lang="en-US"/>
        </a:p>
      </dgm:t>
    </dgm:pt>
    <dgm:pt modelId="{74B64479-ACED-41AF-A72F-BF664972AF5F}">
      <dgm:prSet phldrT="[Text]" custT="1"/>
      <dgm:spPr/>
      <dgm:t>
        <a:bodyPr/>
        <a:lstStyle/>
        <a:p>
          <a:pPr>
            <a:buSzPct val="100000"/>
            <a:buChar char="•"/>
          </a:pPr>
          <a:r>
            <a:rPr lang="en-US" sz="2000" dirty="0">
              <a:solidFill>
                <a:schemeClr val="tx1"/>
              </a:solidFill>
              <a:latin typeface="Montserrat" pitchFamily="34" charset="0"/>
              <a:ea typeface="Montserrat" pitchFamily="34" charset="-122"/>
              <a:cs typeface="Montserrat" pitchFamily="34" charset="-120"/>
            </a:rPr>
            <a:t>Use tamper-evident seals and secure storage</a:t>
          </a:r>
          <a:endParaRPr lang="en-US" sz="2000" dirty="0">
            <a:solidFill>
              <a:schemeClr val="tx1"/>
            </a:solidFill>
          </a:endParaRPr>
        </a:p>
      </dgm:t>
    </dgm:pt>
    <dgm:pt modelId="{9374231A-D643-4CAA-AB32-B185A733B056}" type="parTrans" cxnId="{6A4DF9FE-7320-4293-9B03-BB3B5F5AFA78}">
      <dgm:prSet/>
      <dgm:spPr/>
      <dgm:t>
        <a:bodyPr/>
        <a:lstStyle/>
        <a:p>
          <a:endParaRPr lang="en-US"/>
        </a:p>
      </dgm:t>
    </dgm:pt>
    <dgm:pt modelId="{62815CB9-1097-4899-8549-5364323028E8}" type="sibTrans" cxnId="{6A4DF9FE-7320-4293-9B03-BB3B5F5AFA78}">
      <dgm:prSet/>
      <dgm:spPr/>
      <dgm:t>
        <a:bodyPr/>
        <a:lstStyle/>
        <a:p>
          <a:endParaRPr lang="en-US"/>
        </a:p>
      </dgm:t>
    </dgm:pt>
    <dgm:pt modelId="{90278B51-3EA8-4D9C-888C-A548433AF04F}">
      <dgm:prSet phldrT="[Text]" custT="1"/>
      <dgm:spPr/>
      <dgm:t>
        <a:bodyPr/>
        <a:lstStyle/>
        <a:p>
          <a:pPr>
            <a:buNone/>
          </a:pPr>
          <a:r>
            <a:rPr lang="en-US" sz="2000" b="1" dirty="0">
              <a:solidFill>
                <a:schemeClr val="tx1"/>
              </a:solidFill>
              <a:latin typeface="Barlow" pitchFamily="34" charset="0"/>
              <a:ea typeface="Barlow" pitchFamily="34" charset="-122"/>
              <a:cs typeface="Barlow" pitchFamily="34" charset="-120"/>
            </a:rPr>
            <a:t>Data Preservation</a:t>
          </a:r>
          <a:endParaRPr lang="en-US" sz="2000" dirty="0">
            <a:solidFill>
              <a:schemeClr val="tx1"/>
            </a:solidFill>
          </a:endParaRPr>
        </a:p>
      </dgm:t>
    </dgm:pt>
    <dgm:pt modelId="{3A6952F1-3ADC-4ADA-B203-75134E18B04A}" type="parTrans" cxnId="{D983666E-1C67-42D9-9EB2-56AD5FD404C8}">
      <dgm:prSet/>
      <dgm:spPr/>
      <dgm:t>
        <a:bodyPr/>
        <a:lstStyle/>
        <a:p>
          <a:endParaRPr lang="en-US"/>
        </a:p>
      </dgm:t>
    </dgm:pt>
    <dgm:pt modelId="{2C03917C-2E45-44D0-87AA-F13A779BB0D2}" type="sibTrans" cxnId="{D983666E-1C67-42D9-9EB2-56AD5FD404C8}">
      <dgm:prSet/>
      <dgm:spPr/>
      <dgm:t>
        <a:bodyPr/>
        <a:lstStyle/>
        <a:p>
          <a:endParaRPr lang="en-US"/>
        </a:p>
      </dgm:t>
    </dgm:pt>
    <dgm:pt modelId="{78E39824-6369-483E-9CB9-8E47BAD231FA}">
      <dgm:prSet phldrT="[Text]" custT="1"/>
      <dgm:spPr/>
      <dgm:t>
        <a:bodyPr/>
        <a:lstStyle/>
        <a:p>
          <a:pPr>
            <a:buSzPct val="100000"/>
            <a:buChar char="•"/>
          </a:pPr>
          <a:r>
            <a:rPr lang="en-US" sz="2000" dirty="0">
              <a:solidFill>
                <a:schemeClr val="tx1"/>
              </a:solidFill>
              <a:latin typeface="Montserrat" pitchFamily="34" charset="0"/>
              <a:ea typeface="Montserrat" pitchFamily="34" charset="-122"/>
              <a:cs typeface="Montserrat" pitchFamily="34" charset="-120"/>
            </a:rPr>
            <a:t>Use proper storage media and conditions</a:t>
          </a:r>
          <a:endParaRPr lang="en-US" sz="2000" dirty="0">
            <a:solidFill>
              <a:schemeClr val="tx1"/>
            </a:solidFill>
          </a:endParaRPr>
        </a:p>
      </dgm:t>
    </dgm:pt>
    <dgm:pt modelId="{617F406A-E8AE-48D4-B99E-3CEFCAA9052C}" type="parTrans" cxnId="{4542CF1F-D671-4028-87FB-7C95BA047154}">
      <dgm:prSet/>
      <dgm:spPr/>
      <dgm:t>
        <a:bodyPr/>
        <a:lstStyle/>
        <a:p>
          <a:endParaRPr lang="en-US"/>
        </a:p>
      </dgm:t>
    </dgm:pt>
    <dgm:pt modelId="{C3BDC8FC-1B5C-4BBF-AE32-C2D0D4AC3384}" type="sibTrans" cxnId="{4542CF1F-D671-4028-87FB-7C95BA047154}">
      <dgm:prSet/>
      <dgm:spPr/>
      <dgm:t>
        <a:bodyPr/>
        <a:lstStyle/>
        <a:p>
          <a:endParaRPr lang="en-US"/>
        </a:p>
      </dgm:t>
    </dgm:pt>
    <dgm:pt modelId="{9231878D-E09F-494C-AF0C-4B1CA832E164}">
      <dgm:prSet phldrT="[Text]" custT="1"/>
      <dgm:spPr/>
      <dgm:t>
        <a:bodyPr/>
        <a:lstStyle/>
        <a:p>
          <a:pPr>
            <a:buSzPct val="100000"/>
            <a:buChar char="•"/>
          </a:pPr>
          <a:r>
            <a:rPr lang="en-US" sz="2000" dirty="0">
              <a:solidFill>
                <a:schemeClr val="tx1"/>
              </a:solidFill>
              <a:latin typeface="Montserrat" pitchFamily="34" charset="0"/>
              <a:ea typeface="Montserrat" pitchFamily="34" charset="-122"/>
              <a:cs typeface="Montserrat" pitchFamily="34" charset="-120"/>
            </a:rPr>
            <a:t>Create multiple backups of critical evidence</a:t>
          </a:r>
          <a:endParaRPr lang="en-US" sz="2000" dirty="0">
            <a:solidFill>
              <a:schemeClr val="tx1"/>
            </a:solidFill>
          </a:endParaRPr>
        </a:p>
      </dgm:t>
    </dgm:pt>
    <dgm:pt modelId="{DE38CD91-D95D-4A6E-B6B5-9F2CDA3BB47E}" type="parTrans" cxnId="{7E9EAC0D-DA83-46DA-8C26-D66935102333}">
      <dgm:prSet/>
      <dgm:spPr/>
      <dgm:t>
        <a:bodyPr/>
        <a:lstStyle/>
        <a:p>
          <a:endParaRPr lang="en-US"/>
        </a:p>
      </dgm:t>
    </dgm:pt>
    <dgm:pt modelId="{6CCDF843-80D1-4888-B814-0D166825205A}" type="sibTrans" cxnId="{7E9EAC0D-DA83-46DA-8C26-D66935102333}">
      <dgm:prSet/>
      <dgm:spPr/>
      <dgm:t>
        <a:bodyPr/>
        <a:lstStyle/>
        <a:p>
          <a:endParaRPr lang="en-US"/>
        </a:p>
      </dgm:t>
    </dgm:pt>
    <dgm:pt modelId="{2AC7C025-4042-4908-9C77-069363F5B2BE}" type="pres">
      <dgm:prSet presAssocID="{E63A0FEE-3246-45F7-8B79-20B591310EC7}" presName="Name0" presStyleCnt="0">
        <dgm:presLayoutVars>
          <dgm:dir/>
          <dgm:animLvl val="lvl"/>
          <dgm:resizeHandles val="exact"/>
        </dgm:presLayoutVars>
      </dgm:prSet>
      <dgm:spPr/>
    </dgm:pt>
    <dgm:pt modelId="{A391D358-F800-46EF-9CA5-E56FD8CFDB87}" type="pres">
      <dgm:prSet presAssocID="{E63A0FEE-3246-45F7-8B79-20B591310EC7}" presName="tSp" presStyleCnt="0"/>
      <dgm:spPr/>
    </dgm:pt>
    <dgm:pt modelId="{E54F47D0-497F-430C-A6F8-5A249F18642A}" type="pres">
      <dgm:prSet presAssocID="{E63A0FEE-3246-45F7-8B79-20B591310EC7}" presName="bSp" presStyleCnt="0"/>
      <dgm:spPr/>
    </dgm:pt>
    <dgm:pt modelId="{45DE0BF4-6ABB-44F8-B546-690F5AE73520}" type="pres">
      <dgm:prSet presAssocID="{E63A0FEE-3246-45F7-8B79-20B591310EC7}" presName="process" presStyleCnt="0"/>
      <dgm:spPr/>
    </dgm:pt>
    <dgm:pt modelId="{096FDFE6-B5E0-49B2-AC00-CD37145AB608}" type="pres">
      <dgm:prSet presAssocID="{73E961B1-B5D8-43D8-8EBF-9CDD5DC470A4}" presName="composite1" presStyleCnt="0"/>
      <dgm:spPr/>
    </dgm:pt>
    <dgm:pt modelId="{5ECD19E2-4AE9-47DC-B786-D908591AAB49}" type="pres">
      <dgm:prSet presAssocID="{73E961B1-B5D8-43D8-8EBF-9CDD5DC470A4}" presName="dummyNode1" presStyleLbl="node1" presStyleIdx="0" presStyleCnt="3"/>
      <dgm:spPr/>
    </dgm:pt>
    <dgm:pt modelId="{9E2AA384-0C5D-4B56-AEBE-78E6147932CF}" type="pres">
      <dgm:prSet presAssocID="{73E961B1-B5D8-43D8-8EBF-9CDD5DC470A4}" presName="childNode1" presStyleLbl="bgAcc1" presStyleIdx="0" presStyleCnt="3" custScaleX="99709" custScaleY="142379">
        <dgm:presLayoutVars>
          <dgm:bulletEnabled val="1"/>
        </dgm:presLayoutVars>
      </dgm:prSet>
      <dgm:spPr/>
    </dgm:pt>
    <dgm:pt modelId="{3DCAFE85-442C-4FA7-B50E-F4D197334DAD}" type="pres">
      <dgm:prSet presAssocID="{73E961B1-B5D8-43D8-8EBF-9CDD5DC470A4}" presName="childNode1tx" presStyleLbl="bgAcc1" presStyleIdx="0" presStyleCnt="3">
        <dgm:presLayoutVars>
          <dgm:bulletEnabled val="1"/>
        </dgm:presLayoutVars>
      </dgm:prSet>
      <dgm:spPr/>
    </dgm:pt>
    <dgm:pt modelId="{BE8C13EC-59B7-4483-8919-7FBD54AE224F}" type="pres">
      <dgm:prSet presAssocID="{73E961B1-B5D8-43D8-8EBF-9CDD5DC470A4}" presName="parentNode1" presStyleLbl="node1" presStyleIdx="0" presStyleCnt="3" custLinFactNeighborX="-3706" custLinFactNeighborY="53895">
        <dgm:presLayoutVars>
          <dgm:chMax val="1"/>
          <dgm:bulletEnabled val="1"/>
        </dgm:presLayoutVars>
      </dgm:prSet>
      <dgm:spPr/>
    </dgm:pt>
    <dgm:pt modelId="{1D563CEE-FCFB-4AEF-87C7-ED5889D6E84C}" type="pres">
      <dgm:prSet presAssocID="{73E961B1-B5D8-43D8-8EBF-9CDD5DC470A4}" presName="connSite1" presStyleCnt="0"/>
      <dgm:spPr/>
    </dgm:pt>
    <dgm:pt modelId="{90A7671A-3DF0-4ED1-A4DD-80A719A53E8F}" type="pres">
      <dgm:prSet presAssocID="{D5FD7011-7042-4243-8E8F-9CBD17C6B727}" presName="Name9" presStyleLbl="sibTrans2D1" presStyleIdx="0" presStyleCnt="2"/>
      <dgm:spPr/>
    </dgm:pt>
    <dgm:pt modelId="{215FA720-845F-4074-A58E-BB665DE986C9}" type="pres">
      <dgm:prSet presAssocID="{9DF4A858-F11E-44AF-8C05-4CA89E2C279F}" presName="composite2" presStyleCnt="0"/>
      <dgm:spPr/>
    </dgm:pt>
    <dgm:pt modelId="{773C73A3-E828-4193-84F3-D049C02EFD19}" type="pres">
      <dgm:prSet presAssocID="{9DF4A858-F11E-44AF-8C05-4CA89E2C279F}" presName="dummyNode2" presStyleLbl="node1" presStyleIdx="0" presStyleCnt="3"/>
      <dgm:spPr/>
    </dgm:pt>
    <dgm:pt modelId="{1F85B213-359F-4472-A679-5B2477412C55}" type="pres">
      <dgm:prSet presAssocID="{9DF4A858-F11E-44AF-8C05-4CA89E2C279F}" presName="childNode2" presStyleLbl="bgAcc1" presStyleIdx="1" presStyleCnt="3" custScaleX="91301" custScaleY="160298">
        <dgm:presLayoutVars>
          <dgm:bulletEnabled val="1"/>
        </dgm:presLayoutVars>
      </dgm:prSet>
      <dgm:spPr/>
    </dgm:pt>
    <dgm:pt modelId="{7CE061B8-D840-434D-9662-34B3E14D69B0}" type="pres">
      <dgm:prSet presAssocID="{9DF4A858-F11E-44AF-8C05-4CA89E2C279F}" presName="childNode2tx" presStyleLbl="bgAcc1" presStyleIdx="1" presStyleCnt="3">
        <dgm:presLayoutVars>
          <dgm:bulletEnabled val="1"/>
        </dgm:presLayoutVars>
      </dgm:prSet>
      <dgm:spPr/>
    </dgm:pt>
    <dgm:pt modelId="{136EF4CB-215D-4A7D-9A36-85C38E1468A5}" type="pres">
      <dgm:prSet presAssocID="{9DF4A858-F11E-44AF-8C05-4CA89E2C279F}" presName="parentNode2" presStyleLbl="node1" presStyleIdx="1" presStyleCnt="3" custLinFactNeighborX="8398" custLinFactNeighborY="-45947">
        <dgm:presLayoutVars>
          <dgm:chMax val="0"/>
          <dgm:bulletEnabled val="1"/>
        </dgm:presLayoutVars>
      </dgm:prSet>
      <dgm:spPr/>
    </dgm:pt>
    <dgm:pt modelId="{9CC59340-4056-4D2E-B87D-9FC045D736CD}" type="pres">
      <dgm:prSet presAssocID="{9DF4A858-F11E-44AF-8C05-4CA89E2C279F}" presName="connSite2" presStyleCnt="0"/>
      <dgm:spPr/>
    </dgm:pt>
    <dgm:pt modelId="{09AC8BC8-0D4E-4A2F-8299-A95E5CD057C7}" type="pres">
      <dgm:prSet presAssocID="{AC2CE395-D1E8-4778-92B3-99A908D31417}" presName="Name18" presStyleLbl="sibTrans2D1" presStyleIdx="1" presStyleCnt="2"/>
      <dgm:spPr/>
    </dgm:pt>
    <dgm:pt modelId="{95903FA4-B549-4FDA-B4FF-4DC0942255FD}" type="pres">
      <dgm:prSet presAssocID="{90278B51-3EA8-4D9C-888C-A548433AF04F}" presName="composite1" presStyleCnt="0"/>
      <dgm:spPr/>
    </dgm:pt>
    <dgm:pt modelId="{A60D5DC8-9095-463B-87A7-118034F2398D}" type="pres">
      <dgm:prSet presAssocID="{90278B51-3EA8-4D9C-888C-A548433AF04F}" presName="dummyNode1" presStyleLbl="node1" presStyleIdx="1" presStyleCnt="3"/>
      <dgm:spPr/>
    </dgm:pt>
    <dgm:pt modelId="{4263B9DC-49A5-4703-9FC7-BE1931ABFE2B}" type="pres">
      <dgm:prSet presAssocID="{90278B51-3EA8-4D9C-888C-A548433AF04F}" presName="childNode1" presStyleLbl="bgAcc1" presStyleIdx="2" presStyleCnt="3" custScaleY="151150">
        <dgm:presLayoutVars>
          <dgm:bulletEnabled val="1"/>
        </dgm:presLayoutVars>
      </dgm:prSet>
      <dgm:spPr/>
    </dgm:pt>
    <dgm:pt modelId="{D04A4F43-8C6B-44FE-A3CE-2BCDF07F3CED}" type="pres">
      <dgm:prSet presAssocID="{90278B51-3EA8-4D9C-888C-A548433AF04F}" presName="childNode1tx" presStyleLbl="bgAcc1" presStyleIdx="2" presStyleCnt="3">
        <dgm:presLayoutVars>
          <dgm:bulletEnabled val="1"/>
        </dgm:presLayoutVars>
      </dgm:prSet>
      <dgm:spPr/>
    </dgm:pt>
    <dgm:pt modelId="{CB1E95BA-327E-4455-9356-5F755A21246E}" type="pres">
      <dgm:prSet presAssocID="{90278B51-3EA8-4D9C-888C-A548433AF04F}" presName="parentNode1" presStyleLbl="node1" presStyleIdx="2" presStyleCnt="3" custLinFactNeighborX="64325" custLinFactNeighborY="54248">
        <dgm:presLayoutVars>
          <dgm:chMax val="1"/>
          <dgm:bulletEnabled val="1"/>
        </dgm:presLayoutVars>
      </dgm:prSet>
      <dgm:spPr/>
    </dgm:pt>
    <dgm:pt modelId="{1E60D78A-19C9-4CCA-8C13-BECA2E5BA125}" type="pres">
      <dgm:prSet presAssocID="{90278B51-3EA8-4D9C-888C-A548433AF04F}" presName="connSite1" presStyleCnt="0"/>
      <dgm:spPr/>
    </dgm:pt>
  </dgm:ptLst>
  <dgm:cxnLst>
    <dgm:cxn modelId="{7E9EAC0D-DA83-46DA-8C26-D66935102333}" srcId="{90278B51-3EA8-4D9C-888C-A548433AF04F}" destId="{9231878D-E09F-494C-AF0C-4B1CA832E164}" srcOrd="1" destOrd="0" parTransId="{DE38CD91-D95D-4A6E-B6B5-9F2CDA3BB47E}" sibTransId="{6CCDF843-80D1-4888-B814-0D166825205A}"/>
    <dgm:cxn modelId="{A7973E11-B5C5-415C-9A3F-4FA72ACB0A0F}" type="presOf" srcId="{E63A0FEE-3246-45F7-8B79-20B591310EC7}" destId="{2AC7C025-4042-4908-9C77-069363F5B2BE}" srcOrd="0" destOrd="0" presId="urn:microsoft.com/office/officeart/2005/8/layout/hProcess4"/>
    <dgm:cxn modelId="{5F785414-D71F-4427-BF88-FCCF0B08C622}" srcId="{73E961B1-B5D8-43D8-8EBF-9CDD5DC470A4}" destId="{A2B94965-6C20-47BC-86A3-68C4DEB61C09}" srcOrd="0" destOrd="0" parTransId="{1D7EDB95-0878-44FB-94EB-2E91EB72F049}" sibTransId="{1B7DF141-96A0-49D7-B247-EA9E6DBFCE48}"/>
    <dgm:cxn modelId="{2ACBDE1C-B502-488B-997B-43821A254B1C}" srcId="{E63A0FEE-3246-45F7-8B79-20B591310EC7}" destId="{73E961B1-B5D8-43D8-8EBF-9CDD5DC470A4}" srcOrd="0" destOrd="0" parTransId="{E0C3DEC5-39AC-4200-A3E3-02AC5345ACCB}" sibTransId="{D5FD7011-7042-4243-8E8F-9CBD17C6B727}"/>
    <dgm:cxn modelId="{D4BFD61D-23DF-420B-9C84-0C2B53323D93}" type="presOf" srcId="{7826164A-264B-471D-93B0-B1D5289E6CF7}" destId="{1F85B213-359F-4472-A679-5B2477412C55}" srcOrd="0" destOrd="0" presId="urn:microsoft.com/office/officeart/2005/8/layout/hProcess4"/>
    <dgm:cxn modelId="{4542CF1F-D671-4028-87FB-7C95BA047154}" srcId="{90278B51-3EA8-4D9C-888C-A548433AF04F}" destId="{78E39824-6369-483E-9CB9-8E47BAD231FA}" srcOrd="0" destOrd="0" parTransId="{617F406A-E8AE-48D4-B99E-3CEFCAA9052C}" sibTransId="{C3BDC8FC-1B5C-4BBF-AE32-C2D0D4AC3384}"/>
    <dgm:cxn modelId="{DBFB6C21-FFF3-4252-97FD-0CFFA825E35D}" type="presOf" srcId="{73E961B1-B5D8-43D8-8EBF-9CDD5DC470A4}" destId="{BE8C13EC-59B7-4483-8919-7FBD54AE224F}" srcOrd="0" destOrd="0" presId="urn:microsoft.com/office/officeart/2005/8/layout/hProcess4"/>
    <dgm:cxn modelId="{B55CF62F-CA2C-4D92-B407-37F2247F4986}" type="presOf" srcId="{78E39824-6369-483E-9CB9-8E47BAD231FA}" destId="{4263B9DC-49A5-4703-9FC7-BE1931ABFE2B}" srcOrd="0" destOrd="0" presId="urn:microsoft.com/office/officeart/2005/8/layout/hProcess4"/>
    <dgm:cxn modelId="{D3FB6732-60AD-49EB-8C3B-3FDC57BC4D9E}" type="presOf" srcId="{9DF4A858-F11E-44AF-8C05-4CA89E2C279F}" destId="{136EF4CB-215D-4A7D-9A36-85C38E1468A5}" srcOrd="0" destOrd="0" presId="urn:microsoft.com/office/officeart/2005/8/layout/hProcess4"/>
    <dgm:cxn modelId="{F0F38338-0160-4D14-8C02-11720A9C8195}" type="presOf" srcId="{96103DD1-6A41-4E68-BE8A-061E64E9188A}" destId="{3DCAFE85-442C-4FA7-B50E-F4D197334DAD}" srcOrd="1" destOrd="1" presId="urn:microsoft.com/office/officeart/2005/8/layout/hProcess4"/>
    <dgm:cxn modelId="{B0F7C639-1EA1-4465-AB22-007B501D5C52}" type="presOf" srcId="{AC2CE395-D1E8-4778-92B3-99A908D31417}" destId="{09AC8BC8-0D4E-4A2F-8299-A95E5CD057C7}" srcOrd="0" destOrd="0" presId="urn:microsoft.com/office/officeart/2005/8/layout/hProcess4"/>
    <dgm:cxn modelId="{D024423B-E31D-4C19-BD5F-E50F1BAA9D87}" type="presOf" srcId="{A2B94965-6C20-47BC-86A3-68C4DEB61C09}" destId="{3DCAFE85-442C-4FA7-B50E-F4D197334DAD}" srcOrd="1" destOrd="0" presId="urn:microsoft.com/office/officeart/2005/8/layout/hProcess4"/>
    <dgm:cxn modelId="{16C23C43-2CCE-4423-8739-073D69A12E70}" type="presOf" srcId="{7826164A-264B-471D-93B0-B1D5289E6CF7}" destId="{7CE061B8-D840-434D-9662-34B3E14D69B0}" srcOrd="1" destOrd="0" presId="urn:microsoft.com/office/officeart/2005/8/layout/hProcess4"/>
    <dgm:cxn modelId="{DCE64A63-08AB-4459-850B-9988C5B44152}" type="presOf" srcId="{74B64479-ACED-41AF-A72F-BF664972AF5F}" destId="{1F85B213-359F-4472-A679-5B2477412C55}" srcOrd="0" destOrd="1" presId="urn:microsoft.com/office/officeart/2005/8/layout/hProcess4"/>
    <dgm:cxn modelId="{D983666E-1C67-42D9-9EB2-56AD5FD404C8}" srcId="{E63A0FEE-3246-45F7-8B79-20B591310EC7}" destId="{90278B51-3EA8-4D9C-888C-A548433AF04F}" srcOrd="2" destOrd="0" parTransId="{3A6952F1-3ADC-4ADA-B203-75134E18B04A}" sibTransId="{2C03917C-2E45-44D0-87AA-F13A779BB0D2}"/>
    <dgm:cxn modelId="{A6919653-ACC8-4EC5-8A26-C1B799EBF218}" type="presOf" srcId="{9231878D-E09F-494C-AF0C-4B1CA832E164}" destId="{4263B9DC-49A5-4703-9FC7-BE1931ABFE2B}" srcOrd="0" destOrd="1" presId="urn:microsoft.com/office/officeart/2005/8/layout/hProcess4"/>
    <dgm:cxn modelId="{5FB85158-4B69-4D19-A711-BDF546387995}" type="presOf" srcId="{74B64479-ACED-41AF-A72F-BF664972AF5F}" destId="{7CE061B8-D840-434D-9662-34B3E14D69B0}" srcOrd="1" destOrd="1" presId="urn:microsoft.com/office/officeart/2005/8/layout/hProcess4"/>
    <dgm:cxn modelId="{0C0B7D80-5AAF-4001-9E21-E784A4CAF23E}" type="presOf" srcId="{D5FD7011-7042-4243-8E8F-9CBD17C6B727}" destId="{90A7671A-3DF0-4ED1-A4DD-80A719A53E8F}" srcOrd="0" destOrd="0" presId="urn:microsoft.com/office/officeart/2005/8/layout/hProcess4"/>
    <dgm:cxn modelId="{85151C8A-B37B-4870-B3B3-77FA15A6D1A1}" srcId="{E63A0FEE-3246-45F7-8B79-20B591310EC7}" destId="{9DF4A858-F11E-44AF-8C05-4CA89E2C279F}" srcOrd="1" destOrd="0" parTransId="{2F37E115-3A17-4C1F-8BFC-994A287C251B}" sibTransId="{AC2CE395-D1E8-4778-92B3-99A908D31417}"/>
    <dgm:cxn modelId="{7F5BD198-D0DB-43D9-8E01-CFBBF282C538}" type="presOf" srcId="{A2B94965-6C20-47BC-86A3-68C4DEB61C09}" destId="{9E2AA384-0C5D-4B56-AEBE-78E6147932CF}" srcOrd="0" destOrd="0" presId="urn:microsoft.com/office/officeart/2005/8/layout/hProcess4"/>
    <dgm:cxn modelId="{676F3C9E-3CE6-409F-92C9-6244CC4023F7}" srcId="{9DF4A858-F11E-44AF-8C05-4CA89E2C279F}" destId="{7826164A-264B-471D-93B0-B1D5289E6CF7}" srcOrd="0" destOrd="0" parTransId="{F8FE4122-EFA7-4C5D-8C92-1FC3BD8C6052}" sibTransId="{8C7E5E96-5094-40C5-9486-FCBFF099D042}"/>
    <dgm:cxn modelId="{0E9088A1-DA6E-4E89-AF98-66277933CA2F}" type="presOf" srcId="{96103DD1-6A41-4E68-BE8A-061E64E9188A}" destId="{9E2AA384-0C5D-4B56-AEBE-78E6147932CF}" srcOrd="0" destOrd="1" presId="urn:microsoft.com/office/officeart/2005/8/layout/hProcess4"/>
    <dgm:cxn modelId="{7809D1C8-F5EE-43D0-BD05-F8F11EDFCF3C}" type="presOf" srcId="{90278B51-3EA8-4D9C-888C-A548433AF04F}" destId="{CB1E95BA-327E-4455-9356-5F755A21246E}" srcOrd="0" destOrd="0" presId="urn:microsoft.com/office/officeart/2005/8/layout/hProcess4"/>
    <dgm:cxn modelId="{8E56FDE4-9991-46D0-9086-92442905A3E5}" srcId="{73E961B1-B5D8-43D8-8EBF-9CDD5DC470A4}" destId="{96103DD1-6A41-4E68-BE8A-061E64E9188A}" srcOrd="1" destOrd="0" parTransId="{2B14655E-BB0F-462A-8DB0-4FB591F2E9F3}" sibTransId="{E5FE4FE7-A930-4E98-8AAA-789CDD208E6D}"/>
    <dgm:cxn modelId="{C807E9F0-1942-4A42-A8D0-FFFDBAB698C4}" type="presOf" srcId="{9231878D-E09F-494C-AF0C-4B1CA832E164}" destId="{D04A4F43-8C6B-44FE-A3CE-2BCDF07F3CED}" srcOrd="1" destOrd="1" presId="urn:microsoft.com/office/officeart/2005/8/layout/hProcess4"/>
    <dgm:cxn modelId="{6A4DF9FE-7320-4293-9B03-BB3B5F5AFA78}" srcId="{9DF4A858-F11E-44AF-8C05-4CA89E2C279F}" destId="{74B64479-ACED-41AF-A72F-BF664972AF5F}" srcOrd="1" destOrd="0" parTransId="{9374231A-D643-4CAA-AB32-B185A733B056}" sibTransId="{62815CB9-1097-4899-8549-5364323028E8}"/>
    <dgm:cxn modelId="{8E7F7FFF-C2AB-4403-9BE6-D600FF72B0C9}" type="presOf" srcId="{78E39824-6369-483E-9CB9-8E47BAD231FA}" destId="{D04A4F43-8C6B-44FE-A3CE-2BCDF07F3CED}" srcOrd="1" destOrd="0" presId="urn:microsoft.com/office/officeart/2005/8/layout/hProcess4"/>
    <dgm:cxn modelId="{E544DA8C-2F80-4868-8244-073CBBEF4E23}" type="presParOf" srcId="{2AC7C025-4042-4908-9C77-069363F5B2BE}" destId="{A391D358-F800-46EF-9CA5-E56FD8CFDB87}" srcOrd="0" destOrd="0" presId="urn:microsoft.com/office/officeart/2005/8/layout/hProcess4"/>
    <dgm:cxn modelId="{E2BC55AF-6B57-41B5-B4B8-7A6D2BB0BCFA}" type="presParOf" srcId="{2AC7C025-4042-4908-9C77-069363F5B2BE}" destId="{E54F47D0-497F-430C-A6F8-5A249F18642A}" srcOrd="1" destOrd="0" presId="urn:microsoft.com/office/officeart/2005/8/layout/hProcess4"/>
    <dgm:cxn modelId="{4B74A8D2-D34A-4AB8-96AC-C03E21897738}" type="presParOf" srcId="{2AC7C025-4042-4908-9C77-069363F5B2BE}" destId="{45DE0BF4-6ABB-44F8-B546-690F5AE73520}" srcOrd="2" destOrd="0" presId="urn:microsoft.com/office/officeart/2005/8/layout/hProcess4"/>
    <dgm:cxn modelId="{F9824871-179B-4943-8999-5B8195BC2B17}" type="presParOf" srcId="{45DE0BF4-6ABB-44F8-B546-690F5AE73520}" destId="{096FDFE6-B5E0-49B2-AC00-CD37145AB608}" srcOrd="0" destOrd="0" presId="urn:microsoft.com/office/officeart/2005/8/layout/hProcess4"/>
    <dgm:cxn modelId="{EC3B5266-B041-4E7A-8145-D606EBE5DE94}" type="presParOf" srcId="{096FDFE6-B5E0-49B2-AC00-CD37145AB608}" destId="{5ECD19E2-4AE9-47DC-B786-D908591AAB49}" srcOrd="0" destOrd="0" presId="urn:microsoft.com/office/officeart/2005/8/layout/hProcess4"/>
    <dgm:cxn modelId="{01D8BD71-F388-49D4-828C-04C6BFDE6043}" type="presParOf" srcId="{096FDFE6-B5E0-49B2-AC00-CD37145AB608}" destId="{9E2AA384-0C5D-4B56-AEBE-78E6147932CF}" srcOrd="1" destOrd="0" presId="urn:microsoft.com/office/officeart/2005/8/layout/hProcess4"/>
    <dgm:cxn modelId="{B229000D-43ED-4A07-93E6-D941D41510D6}" type="presParOf" srcId="{096FDFE6-B5E0-49B2-AC00-CD37145AB608}" destId="{3DCAFE85-442C-4FA7-B50E-F4D197334DAD}" srcOrd="2" destOrd="0" presId="urn:microsoft.com/office/officeart/2005/8/layout/hProcess4"/>
    <dgm:cxn modelId="{436B8FA0-BA44-4E8F-B080-5E18C6237E51}" type="presParOf" srcId="{096FDFE6-B5E0-49B2-AC00-CD37145AB608}" destId="{BE8C13EC-59B7-4483-8919-7FBD54AE224F}" srcOrd="3" destOrd="0" presId="urn:microsoft.com/office/officeart/2005/8/layout/hProcess4"/>
    <dgm:cxn modelId="{48C600DE-18B9-4B1A-B9FE-393A875EBC45}" type="presParOf" srcId="{096FDFE6-B5E0-49B2-AC00-CD37145AB608}" destId="{1D563CEE-FCFB-4AEF-87C7-ED5889D6E84C}" srcOrd="4" destOrd="0" presId="urn:microsoft.com/office/officeart/2005/8/layout/hProcess4"/>
    <dgm:cxn modelId="{69C888E8-EE4F-4CF7-8744-E02704615959}" type="presParOf" srcId="{45DE0BF4-6ABB-44F8-B546-690F5AE73520}" destId="{90A7671A-3DF0-4ED1-A4DD-80A719A53E8F}" srcOrd="1" destOrd="0" presId="urn:microsoft.com/office/officeart/2005/8/layout/hProcess4"/>
    <dgm:cxn modelId="{4423AD76-5BBC-4B44-8E68-6606D207B232}" type="presParOf" srcId="{45DE0BF4-6ABB-44F8-B546-690F5AE73520}" destId="{215FA720-845F-4074-A58E-BB665DE986C9}" srcOrd="2" destOrd="0" presId="urn:microsoft.com/office/officeart/2005/8/layout/hProcess4"/>
    <dgm:cxn modelId="{D906834E-FBEA-4709-9641-997C916D2437}" type="presParOf" srcId="{215FA720-845F-4074-A58E-BB665DE986C9}" destId="{773C73A3-E828-4193-84F3-D049C02EFD19}" srcOrd="0" destOrd="0" presId="urn:microsoft.com/office/officeart/2005/8/layout/hProcess4"/>
    <dgm:cxn modelId="{0C10AF5F-3604-477A-8181-BBC9F7728DB1}" type="presParOf" srcId="{215FA720-845F-4074-A58E-BB665DE986C9}" destId="{1F85B213-359F-4472-A679-5B2477412C55}" srcOrd="1" destOrd="0" presId="urn:microsoft.com/office/officeart/2005/8/layout/hProcess4"/>
    <dgm:cxn modelId="{D49F7E64-7C7C-4EED-AF5E-E7B1AE198CD8}" type="presParOf" srcId="{215FA720-845F-4074-A58E-BB665DE986C9}" destId="{7CE061B8-D840-434D-9662-34B3E14D69B0}" srcOrd="2" destOrd="0" presId="urn:microsoft.com/office/officeart/2005/8/layout/hProcess4"/>
    <dgm:cxn modelId="{A3200AFC-240F-4754-948F-9CD71D02E071}" type="presParOf" srcId="{215FA720-845F-4074-A58E-BB665DE986C9}" destId="{136EF4CB-215D-4A7D-9A36-85C38E1468A5}" srcOrd="3" destOrd="0" presId="urn:microsoft.com/office/officeart/2005/8/layout/hProcess4"/>
    <dgm:cxn modelId="{9E050E30-8512-4F74-AF52-5DBDCA5279EC}" type="presParOf" srcId="{215FA720-845F-4074-A58E-BB665DE986C9}" destId="{9CC59340-4056-4D2E-B87D-9FC045D736CD}" srcOrd="4" destOrd="0" presId="urn:microsoft.com/office/officeart/2005/8/layout/hProcess4"/>
    <dgm:cxn modelId="{0D35AEDB-A150-4A2B-952E-FD1459DE0582}" type="presParOf" srcId="{45DE0BF4-6ABB-44F8-B546-690F5AE73520}" destId="{09AC8BC8-0D4E-4A2F-8299-A95E5CD057C7}" srcOrd="3" destOrd="0" presId="urn:microsoft.com/office/officeart/2005/8/layout/hProcess4"/>
    <dgm:cxn modelId="{8744C981-E70D-42A8-AF34-8F3E01F76E20}" type="presParOf" srcId="{45DE0BF4-6ABB-44F8-B546-690F5AE73520}" destId="{95903FA4-B549-4FDA-B4FF-4DC0942255FD}" srcOrd="4" destOrd="0" presId="urn:microsoft.com/office/officeart/2005/8/layout/hProcess4"/>
    <dgm:cxn modelId="{493A5235-16E4-45DF-946B-6FAAD84A50E9}" type="presParOf" srcId="{95903FA4-B549-4FDA-B4FF-4DC0942255FD}" destId="{A60D5DC8-9095-463B-87A7-118034F2398D}" srcOrd="0" destOrd="0" presId="urn:microsoft.com/office/officeart/2005/8/layout/hProcess4"/>
    <dgm:cxn modelId="{EE6A3ADB-E0F8-4880-849C-D617591AE002}" type="presParOf" srcId="{95903FA4-B549-4FDA-B4FF-4DC0942255FD}" destId="{4263B9DC-49A5-4703-9FC7-BE1931ABFE2B}" srcOrd="1" destOrd="0" presId="urn:microsoft.com/office/officeart/2005/8/layout/hProcess4"/>
    <dgm:cxn modelId="{D6424E56-E796-4B56-B01D-F69DCA73B7FB}" type="presParOf" srcId="{95903FA4-B549-4FDA-B4FF-4DC0942255FD}" destId="{D04A4F43-8C6B-44FE-A3CE-2BCDF07F3CED}" srcOrd="2" destOrd="0" presId="urn:microsoft.com/office/officeart/2005/8/layout/hProcess4"/>
    <dgm:cxn modelId="{90400AFF-CB7F-4805-87A5-28D21AB21896}" type="presParOf" srcId="{95903FA4-B549-4FDA-B4FF-4DC0942255FD}" destId="{CB1E95BA-327E-4455-9356-5F755A21246E}" srcOrd="3" destOrd="0" presId="urn:microsoft.com/office/officeart/2005/8/layout/hProcess4"/>
    <dgm:cxn modelId="{E1DC7617-1310-4BB2-A404-5F4A90BBC6A4}" type="presParOf" srcId="{95903FA4-B549-4FDA-B4FF-4DC0942255FD}" destId="{1E60D78A-19C9-4CCA-8C13-BECA2E5BA125}"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DC437EE-FFD6-4545-AC6A-ECBC83B1228B}" type="doc">
      <dgm:prSet loTypeId="urn:microsoft.com/office/officeart/2011/layout/HexagonRadial" loCatId="officeonline" qsTypeId="urn:microsoft.com/office/officeart/2005/8/quickstyle/simple1" qsCatId="simple" csTypeId="urn:microsoft.com/office/officeart/2005/8/colors/accent1_2" csCatId="accent1" phldr="1"/>
      <dgm:spPr/>
      <dgm:t>
        <a:bodyPr/>
        <a:lstStyle/>
        <a:p>
          <a:endParaRPr lang="en-US"/>
        </a:p>
      </dgm:t>
    </dgm:pt>
    <dgm:pt modelId="{C0472D9D-D32F-4455-BE2C-C5D004551269}">
      <dgm:prSet phldrT="[Text]" custT="1"/>
      <dgm:spPr/>
      <dgm:t>
        <a:bodyPr/>
        <a:lstStyle/>
        <a:p>
          <a:r>
            <a:rPr lang="en-US" sz="2000" dirty="0"/>
            <a:t>Chain of Custody</a:t>
          </a:r>
        </a:p>
      </dgm:t>
    </dgm:pt>
    <dgm:pt modelId="{985A4440-93CD-453C-A84F-ABAC42725738}" type="parTrans" cxnId="{819FC47A-9D45-410E-A4F1-584DDB3DF4AB}">
      <dgm:prSet/>
      <dgm:spPr/>
      <dgm:t>
        <a:bodyPr/>
        <a:lstStyle/>
        <a:p>
          <a:endParaRPr lang="en-US"/>
        </a:p>
      </dgm:t>
    </dgm:pt>
    <dgm:pt modelId="{F589D164-79BB-431C-BF75-0C185F56FBBD}" type="sibTrans" cxnId="{819FC47A-9D45-410E-A4F1-584DDB3DF4AB}">
      <dgm:prSet/>
      <dgm:spPr/>
      <dgm:t>
        <a:bodyPr/>
        <a:lstStyle/>
        <a:p>
          <a:endParaRPr lang="en-US"/>
        </a:p>
      </dgm:t>
    </dgm:pt>
    <dgm:pt modelId="{2DD49A4A-2139-4C45-86F9-6C40E2FB48E9}">
      <dgm:prSet phldrT="[Text]" custT="1"/>
      <dgm:spPr/>
      <dgm:t>
        <a:bodyPr/>
        <a:lstStyle/>
        <a:p>
          <a:r>
            <a:rPr lang="en-US" sz="2000" dirty="0"/>
            <a:t>Collection</a:t>
          </a:r>
        </a:p>
      </dgm:t>
    </dgm:pt>
    <dgm:pt modelId="{D0FB2542-15C7-4D3E-AA54-C7F48AAF2EDA}" type="parTrans" cxnId="{2DF895C5-7464-45F6-A963-B538B2C8CF0D}">
      <dgm:prSet/>
      <dgm:spPr/>
      <dgm:t>
        <a:bodyPr/>
        <a:lstStyle/>
        <a:p>
          <a:endParaRPr lang="en-US"/>
        </a:p>
      </dgm:t>
    </dgm:pt>
    <dgm:pt modelId="{6533EAB1-01F7-4967-A564-D0734128C553}" type="sibTrans" cxnId="{2DF895C5-7464-45F6-A963-B538B2C8CF0D}">
      <dgm:prSet/>
      <dgm:spPr/>
      <dgm:t>
        <a:bodyPr/>
        <a:lstStyle/>
        <a:p>
          <a:endParaRPr lang="en-US"/>
        </a:p>
      </dgm:t>
    </dgm:pt>
    <dgm:pt modelId="{416F2F59-3F88-4914-8B3C-2E32DC50BBE7}">
      <dgm:prSet phldrT="[Text]" custT="1"/>
      <dgm:spPr/>
      <dgm:t>
        <a:bodyPr/>
        <a:lstStyle/>
        <a:p>
          <a:r>
            <a:rPr lang="en-US" sz="2000" dirty="0"/>
            <a:t>Transfer</a:t>
          </a:r>
        </a:p>
      </dgm:t>
    </dgm:pt>
    <dgm:pt modelId="{CBC266C1-B4C4-45BE-8269-20F6A9639A1F}" type="parTrans" cxnId="{373CC5D4-E9A4-4AC5-BBCF-FD6882F131B3}">
      <dgm:prSet/>
      <dgm:spPr/>
      <dgm:t>
        <a:bodyPr/>
        <a:lstStyle/>
        <a:p>
          <a:endParaRPr lang="en-US"/>
        </a:p>
      </dgm:t>
    </dgm:pt>
    <dgm:pt modelId="{A4BF5ADB-615F-4DBE-8B4D-E4EB9E6CF7F1}" type="sibTrans" cxnId="{373CC5D4-E9A4-4AC5-BBCF-FD6882F131B3}">
      <dgm:prSet/>
      <dgm:spPr/>
      <dgm:t>
        <a:bodyPr/>
        <a:lstStyle/>
        <a:p>
          <a:endParaRPr lang="en-US"/>
        </a:p>
      </dgm:t>
    </dgm:pt>
    <dgm:pt modelId="{1FCFC452-B8A9-49AB-A193-53AA94DFB3EF}">
      <dgm:prSet phldrT="[Text]" custT="1"/>
      <dgm:spPr/>
      <dgm:t>
        <a:bodyPr/>
        <a:lstStyle/>
        <a:p>
          <a:r>
            <a:rPr lang="en-US" sz="2000" dirty="0"/>
            <a:t>Analysis</a:t>
          </a:r>
        </a:p>
      </dgm:t>
    </dgm:pt>
    <dgm:pt modelId="{8BB19BAA-7452-41B0-9A1C-FD829BE03968}" type="parTrans" cxnId="{798EEBF2-DBE8-4858-B04B-82110CF535DD}">
      <dgm:prSet/>
      <dgm:spPr/>
      <dgm:t>
        <a:bodyPr/>
        <a:lstStyle/>
        <a:p>
          <a:endParaRPr lang="en-US"/>
        </a:p>
      </dgm:t>
    </dgm:pt>
    <dgm:pt modelId="{A0355CD6-68CD-4E4F-9FF4-55275D24C102}" type="sibTrans" cxnId="{798EEBF2-DBE8-4858-B04B-82110CF535DD}">
      <dgm:prSet/>
      <dgm:spPr/>
      <dgm:t>
        <a:bodyPr/>
        <a:lstStyle/>
        <a:p>
          <a:endParaRPr lang="en-US"/>
        </a:p>
      </dgm:t>
    </dgm:pt>
    <dgm:pt modelId="{8CF1A93F-8E8D-4E42-BDDB-0C6CAA0E1607}">
      <dgm:prSet phldrT="[Text]" custT="1"/>
      <dgm:spPr/>
      <dgm:t>
        <a:bodyPr/>
        <a:lstStyle/>
        <a:p>
          <a:r>
            <a:rPr lang="en-US" sz="2000" dirty="0"/>
            <a:t>Presentation</a:t>
          </a:r>
        </a:p>
      </dgm:t>
    </dgm:pt>
    <dgm:pt modelId="{D0B7B50B-29B0-4751-AD45-3DCBDFD250B1}" type="parTrans" cxnId="{E8CB2D7B-22A2-49DC-8277-A403DF1EE75A}">
      <dgm:prSet/>
      <dgm:spPr/>
      <dgm:t>
        <a:bodyPr/>
        <a:lstStyle/>
        <a:p>
          <a:endParaRPr lang="en-US"/>
        </a:p>
      </dgm:t>
    </dgm:pt>
    <dgm:pt modelId="{BFEB29F4-FAD0-477F-A324-AA0C0E353563}" type="sibTrans" cxnId="{E8CB2D7B-22A2-49DC-8277-A403DF1EE75A}">
      <dgm:prSet/>
      <dgm:spPr/>
      <dgm:t>
        <a:bodyPr/>
        <a:lstStyle/>
        <a:p>
          <a:endParaRPr lang="en-US"/>
        </a:p>
      </dgm:t>
    </dgm:pt>
    <dgm:pt modelId="{63708EA1-EEC1-4550-9197-7ED59FD1320A}">
      <dgm:prSet phldrT="[Text]" phldr="1"/>
      <dgm:spPr/>
      <dgm:t>
        <a:bodyPr/>
        <a:lstStyle/>
        <a:p>
          <a:endParaRPr lang="en-US" sz="2000"/>
        </a:p>
      </dgm:t>
    </dgm:pt>
    <dgm:pt modelId="{FFD40435-244C-44E0-8CB1-756B4D3CD1E4}" type="parTrans" cxnId="{1B5462B0-83C5-4F61-AE1C-0C4728A3AE76}">
      <dgm:prSet/>
      <dgm:spPr/>
      <dgm:t>
        <a:bodyPr/>
        <a:lstStyle/>
        <a:p>
          <a:endParaRPr lang="en-US"/>
        </a:p>
      </dgm:t>
    </dgm:pt>
    <dgm:pt modelId="{CDDFFCEC-D189-4050-8094-D4D7B36F7DE1}" type="sibTrans" cxnId="{1B5462B0-83C5-4F61-AE1C-0C4728A3AE76}">
      <dgm:prSet/>
      <dgm:spPr/>
      <dgm:t>
        <a:bodyPr/>
        <a:lstStyle/>
        <a:p>
          <a:endParaRPr lang="en-US"/>
        </a:p>
      </dgm:t>
    </dgm:pt>
    <dgm:pt modelId="{854D1125-B337-4966-9AE0-C498AAE9B243}">
      <dgm:prSet phldrT="[Text]" phldr="1"/>
      <dgm:spPr/>
      <dgm:t>
        <a:bodyPr/>
        <a:lstStyle/>
        <a:p>
          <a:endParaRPr lang="en-US" sz="2000" dirty="0"/>
        </a:p>
      </dgm:t>
    </dgm:pt>
    <dgm:pt modelId="{F100C53C-5F4C-463D-B052-1FEED8521839}" type="parTrans" cxnId="{F328CB2C-53A2-4704-A504-FA3216F386BB}">
      <dgm:prSet/>
      <dgm:spPr/>
      <dgm:t>
        <a:bodyPr/>
        <a:lstStyle/>
        <a:p>
          <a:endParaRPr lang="en-US"/>
        </a:p>
      </dgm:t>
    </dgm:pt>
    <dgm:pt modelId="{005494C8-7085-4ADF-8759-280F08CDD275}" type="sibTrans" cxnId="{F328CB2C-53A2-4704-A504-FA3216F386BB}">
      <dgm:prSet/>
      <dgm:spPr/>
      <dgm:t>
        <a:bodyPr/>
        <a:lstStyle/>
        <a:p>
          <a:endParaRPr lang="en-US"/>
        </a:p>
      </dgm:t>
    </dgm:pt>
    <dgm:pt modelId="{AAC3D4F2-D747-4F7A-B8F4-3B60E3A6B4F6}">
      <dgm:prSet phldrT="[Text]" custT="1"/>
      <dgm:spPr/>
      <dgm:t>
        <a:bodyPr/>
        <a:lstStyle/>
        <a:p>
          <a:r>
            <a:rPr lang="en-US" sz="2000" dirty="0"/>
            <a:t>Documentation</a:t>
          </a:r>
        </a:p>
      </dgm:t>
    </dgm:pt>
    <dgm:pt modelId="{D70E884F-21D4-4BB4-97D6-5C45CBD1F406}" type="parTrans" cxnId="{99DA2DF8-9D88-4686-B522-756331A39A53}">
      <dgm:prSet/>
      <dgm:spPr/>
      <dgm:t>
        <a:bodyPr/>
        <a:lstStyle/>
        <a:p>
          <a:endParaRPr lang="en-US"/>
        </a:p>
      </dgm:t>
    </dgm:pt>
    <dgm:pt modelId="{271E67F3-F993-4A8F-AB5C-1D03911ADB3A}" type="sibTrans" cxnId="{99DA2DF8-9D88-4686-B522-756331A39A53}">
      <dgm:prSet/>
      <dgm:spPr/>
      <dgm:t>
        <a:bodyPr/>
        <a:lstStyle/>
        <a:p>
          <a:endParaRPr lang="en-US"/>
        </a:p>
      </dgm:t>
    </dgm:pt>
    <dgm:pt modelId="{3826105E-C6F5-4E61-9316-91F3F21CB883}">
      <dgm:prSet phldrT="[Text]" custT="1"/>
      <dgm:spPr/>
      <dgm:t>
        <a:bodyPr/>
        <a:lstStyle/>
        <a:p>
          <a:r>
            <a:rPr lang="en-US" sz="2000" dirty="0"/>
            <a:t>Storage</a:t>
          </a:r>
        </a:p>
      </dgm:t>
    </dgm:pt>
    <dgm:pt modelId="{14F526C7-0B1B-4E2C-B71B-C8DAAB167E5B}" type="parTrans" cxnId="{46950D52-52C7-455F-B4E8-A13859186749}">
      <dgm:prSet/>
      <dgm:spPr/>
      <dgm:t>
        <a:bodyPr/>
        <a:lstStyle/>
        <a:p>
          <a:endParaRPr lang="en-US"/>
        </a:p>
      </dgm:t>
    </dgm:pt>
    <dgm:pt modelId="{D0197F1B-FADE-44E9-AF22-A249A7CF0F69}" type="sibTrans" cxnId="{46950D52-52C7-455F-B4E8-A13859186749}">
      <dgm:prSet/>
      <dgm:spPr/>
      <dgm:t>
        <a:bodyPr/>
        <a:lstStyle/>
        <a:p>
          <a:endParaRPr lang="en-US"/>
        </a:p>
      </dgm:t>
    </dgm:pt>
    <dgm:pt modelId="{7E76B437-2A6C-477E-9AA4-59E384CDA878}" type="pres">
      <dgm:prSet presAssocID="{EDC437EE-FFD6-4545-AC6A-ECBC83B1228B}" presName="Name0" presStyleCnt="0">
        <dgm:presLayoutVars>
          <dgm:chMax val="1"/>
          <dgm:chPref val="1"/>
          <dgm:dir/>
          <dgm:animOne val="branch"/>
          <dgm:animLvl val="lvl"/>
        </dgm:presLayoutVars>
      </dgm:prSet>
      <dgm:spPr/>
    </dgm:pt>
    <dgm:pt modelId="{96C24782-E00A-479A-AA17-BA0AF820FDC8}" type="pres">
      <dgm:prSet presAssocID="{C0472D9D-D32F-4455-BE2C-C5D004551269}" presName="Parent" presStyleLbl="node0" presStyleIdx="0" presStyleCnt="1">
        <dgm:presLayoutVars>
          <dgm:chMax val="6"/>
          <dgm:chPref val="6"/>
        </dgm:presLayoutVars>
      </dgm:prSet>
      <dgm:spPr/>
    </dgm:pt>
    <dgm:pt modelId="{7248FA48-AA24-4A79-822F-7F087FF4C253}" type="pres">
      <dgm:prSet presAssocID="{2DD49A4A-2139-4C45-86F9-6C40E2FB48E9}" presName="Accent1" presStyleCnt="0"/>
      <dgm:spPr/>
    </dgm:pt>
    <dgm:pt modelId="{758EAC0E-09B8-4F04-A2BE-46CCE32A9D95}" type="pres">
      <dgm:prSet presAssocID="{2DD49A4A-2139-4C45-86F9-6C40E2FB48E9}" presName="Accent" presStyleLbl="bgShp" presStyleIdx="0" presStyleCnt="6"/>
      <dgm:spPr/>
    </dgm:pt>
    <dgm:pt modelId="{74B8E6D0-375E-4FB9-83DC-2D664FA66FD9}" type="pres">
      <dgm:prSet presAssocID="{2DD49A4A-2139-4C45-86F9-6C40E2FB48E9}" presName="Child1" presStyleLbl="node1" presStyleIdx="0" presStyleCnt="6">
        <dgm:presLayoutVars>
          <dgm:chMax val="0"/>
          <dgm:chPref val="0"/>
          <dgm:bulletEnabled val="1"/>
        </dgm:presLayoutVars>
      </dgm:prSet>
      <dgm:spPr/>
    </dgm:pt>
    <dgm:pt modelId="{3B937868-823F-4383-9B32-32D9B3525070}" type="pres">
      <dgm:prSet presAssocID="{AAC3D4F2-D747-4F7A-B8F4-3B60E3A6B4F6}" presName="Accent2" presStyleCnt="0"/>
      <dgm:spPr/>
    </dgm:pt>
    <dgm:pt modelId="{C6E00858-1FFA-4C58-88DF-95514AC553B1}" type="pres">
      <dgm:prSet presAssocID="{AAC3D4F2-D747-4F7A-B8F4-3B60E3A6B4F6}" presName="Accent" presStyleLbl="bgShp" presStyleIdx="1" presStyleCnt="6"/>
      <dgm:spPr/>
    </dgm:pt>
    <dgm:pt modelId="{54CF5C0B-13C8-4A8F-B30F-A2CA93004984}" type="pres">
      <dgm:prSet presAssocID="{AAC3D4F2-D747-4F7A-B8F4-3B60E3A6B4F6}" presName="Child2" presStyleLbl="node1" presStyleIdx="1" presStyleCnt="6">
        <dgm:presLayoutVars>
          <dgm:chMax val="0"/>
          <dgm:chPref val="0"/>
          <dgm:bulletEnabled val="1"/>
        </dgm:presLayoutVars>
      </dgm:prSet>
      <dgm:spPr/>
    </dgm:pt>
    <dgm:pt modelId="{D424E399-1F3E-48F5-9915-C816E871FDCE}" type="pres">
      <dgm:prSet presAssocID="{416F2F59-3F88-4914-8B3C-2E32DC50BBE7}" presName="Accent3" presStyleCnt="0"/>
      <dgm:spPr/>
    </dgm:pt>
    <dgm:pt modelId="{8F00BE63-4731-4AD6-9297-3CA15BE014F4}" type="pres">
      <dgm:prSet presAssocID="{416F2F59-3F88-4914-8B3C-2E32DC50BBE7}" presName="Accent" presStyleLbl="bgShp" presStyleIdx="2" presStyleCnt="6"/>
      <dgm:spPr/>
    </dgm:pt>
    <dgm:pt modelId="{AB8F5308-1EB1-486E-A358-F3A95C7C117F}" type="pres">
      <dgm:prSet presAssocID="{416F2F59-3F88-4914-8B3C-2E32DC50BBE7}" presName="Child3" presStyleLbl="node1" presStyleIdx="2" presStyleCnt="6">
        <dgm:presLayoutVars>
          <dgm:chMax val="0"/>
          <dgm:chPref val="0"/>
          <dgm:bulletEnabled val="1"/>
        </dgm:presLayoutVars>
      </dgm:prSet>
      <dgm:spPr/>
    </dgm:pt>
    <dgm:pt modelId="{17282440-2F64-42EC-9F4E-1D3EA24DD5E2}" type="pres">
      <dgm:prSet presAssocID="{3826105E-C6F5-4E61-9316-91F3F21CB883}" presName="Accent4" presStyleCnt="0"/>
      <dgm:spPr/>
    </dgm:pt>
    <dgm:pt modelId="{E5877122-D2EA-4344-93D1-2050EB132FD7}" type="pres">
      <dgm:prSet presAssocID="{3826105E-C6F5-4E61-9316-91F3F21CB883}" presName="Accent" presStyleLbl="bgShp" presStyleIdx="3" presStyleCnt="6"/>
      <dgm:spPr/>
    </dgm:pt>
    <dgm:pt modelId="{8194802F-6C83-4258-B399-803574F80FDF}" type="pres">
      <dgm:prSet presAssocID="{3826105E-C6F5-4E61-9316-91F3F21CB883}" presName="Child4" presStyleLbl="node1" presStyleIdx="3" presStyleCnt="6">
        <dgm:presLayoutVars>
          <dgm:chMax val="0"/>
          <dgm:chPref val="0"/>
          <dgm:bulletEnabled val="1"/>
        </dgm:presLayoutVars>
      </dgm:prSet>
      <dgm:spPr/>
    </dgm:pt>
    <dgm:pt modelId="{C2A2C0D3-065F-4C34-B80B-93ED2ACFBE63}" type="pres">
      <dgm:prSet presAssocID="{1FCFC452-B8A9-49AB-A193-53AA94DFB3EF}" presName="Accent5" presStyleCnt="0"/>
      <dgm:spPr/>
    </dgm:pt>
    <dgm:pt modelId="{78A4B7BE-780F-4610-AE6D-26715F974D55}" type="pres">
      <dgm:prSet presAssocID="{1FCFC452-B8A9-49AB-A193-53AA94DFB3EF}" presName="Accent" presStyleLbl="bgShp" presStyleIdx="4" presStyleCnt="6"/>
      <dgm:spPr/>
    </dgm:pt>
    <dgm:pt modelId="{610CEED1-7297-4C42-9073-FAB9E2914A78}" type="pres">
      <dgm:prSet presAssocID="{1FCFC452-B8A9-49AB-A193-53AA94DFB3EF}" presName="Child5" presStyleLbl="node1" presStyleIdx="4" presStyleCnt="6">
        <dgm:presLayoutVars>
          <dgm:chMax val="0"/>
          <dgm:chPref val="0"/>
          <dgm:bulletEnabled val="1"/>
        </dgm:presLayoutVars>
      </dgm:prSet>
      <dgm:spPr/>
    </dgm:pt>
    <dgm:pt modelId="{ADDE8EE9-9E7B-45A3-9295-A7FB20661244}" type="pres">
      <dgm:prSet presAssocID="{8CF1A93F-8E8D-4E42-BDDB-0C6CAA0E1607}" presName="Accent6" presStyleCnt="0"/>
      <dgm:spPr/>
    </dgm:pt>
    <dgm:pt modelId="{8FC4EDCC-5ACD-420D-BD3F-28816A49E9F8}" type="pres">
      <dgm:prSet presAssocID="{8CF1A93F-8E8D-4E42-BDDB-0C6CAA0E1607}" presName="Accent" presStyleLbl="bgShp" presStyleIdx="5" presStyleCnt="6"/>
      <dgm:spPr/>
    </dgm:pt>
    <dgm:pt modelId="{E1511865-7A81-4561-B369-6FC49462B81D}" type="pres">
      <dgm:prSet presAssocID="{8CF1A93F-8E8D-4E42-BDDB-0C6CAA0E1607}" presName="Child6" presStyleLbl="node1" presStyleIdx="5" presStyleCnt="6">
        <dgm:presLayoutVars>
          <dgm:chMax val="0"/>
          <dgm:chPref val="0"/>
          <dgm:bulletEnabled val="1"/>
        </dgm:presLayoutVars>
      </dgm:prSet>
      <dgm:spPr/>
    </dgm:pt>
  </dgm:ptLst>
  <dgm:cxnLst>
    <dgm:cxn modelId="{753D3A09-F172-4C1E-8418-B238D9FE532A}" type="presOf" srcId="{1FCFC452-B8A9-49AB-A193-53AA94DFB3EF}" destId="{610CEED1-7297-4C42-9073-FAB9E2914A78}" srcOrd="0" destOrd="0" presId="urn:microsoft.com/office/officeart/2011/layout/HexagonRadial"/>
    <dgm:cxn modelId="{019DDC0E-2C42-40B9-8611-AD35B8A3669D}" type="presOf" srcId="{416F2F59-3F88-4914-8B3C-2E32DC50BBE7}" destId="{AB8F5308-1EB1-486E-A358-F3A95C7C117F}" srcOrd="0" destOrd="0" presId="urn:microsoft.com/office/officeart/2011/layout/HexagonRadial"/>
    <dgm:cxn modelId="{87A3062C-1451-4EC7-BAB0-331E129BFCEC}" type="presOf" srcId="{3826105E-C6F5-4E61-9316-91F3F21CB883}" destId="{8194802F-6C83-4258-B399-803574F80FDF}" srcOrd="0" destOrd="0" presId="urn:microsoft.com/office/officeart/2011/layout/HexagonRadial"/>
    <dgm:cxn modelId="{F328CB2C-53A2-4704-A504-FA3216F386BB}" srcId="{C0472D9D-D32F-4455-BE2C-C5D004551269}" destId="{854D1125-B337-4966-9AE0-C498AAE9B243}" srcOrd="7" destOrd="0" parTransId="{F100C53C-5F4C-463D-B052-1FEED8521839}" sibTransId="{005494C8-7085-4ADF-8759-280F08CDD275}"/>
    <dgm:cxn modelId="{46950D52-52C7-455F-B4E8-A13859186749}" srcId="{C0472D9D-D32F-4455-BE2C-C5D004551269}" destId="{3826105E-C6F5-4E61-9316-91F3F21CB883}" srcOrd="3" destOrd="0" parTransId="{14F526C7-0B1B-4E2C-B71B-C8DAAB167E5B}" sibTransId="{D0197F1B-FADE-44E9-AF22-A249A7CF0F69}"/>
    <dgm:cxn modelId="{819FC47A-9D45-410E-A4F1-584DDB3DF4AB}" srcId="{EDC437EE-FFD6-4545-AC6A-ECBC83B1228B}" destId="{C0472D9D-D32F-4455-BE2C-C5D004551269}" srcOrd="0" destOrd="0" parTransId="{985A4440-93CD-453C-A84F-ABAC42725738}" sibTransId="{F589D164-79BB-431C-BF75-0C185F56FBBD}"/>
    <dgm:cxn modelId="{E8CB2D7B-22A2-49DC-8277-A403DF1EE75A}" srcId="{C0472D9D-D32F-4455-BE2C-C5D004551269}" destId="{8CF1A93F-8E8D-4E42-BDDB-0C6CAA0E1607}" srcOrd="5" destOrd="0" parTransId="{D0B7B50B-29B0-4751-AD45-3DCBDFD250B1}" sibTransId="{BFEB29F4-FAD0-477F-A324-AA0C0E353563}"/>
    <dgm:cxn modelId="{6332A283-0A23-4C01-AE00-52F9F71D3420}" type="presOf" srcId="{8CF1A93F-8E8D-4E42-BDDB-0C6CAA0E1607}" destId="{E1511865-7A81-4561-B369-6FC49462B81D}" srcOrd="0" destOrd="0" presId="urn:microsoft.com/office/officeart/2011/layout/HexagonRadial"/>
    <dgm:cxn modelId="{B7DD06A7-99D6-4558-8C44-6662607B1CE6}" type="presOf" srcId="{EDC437EE-FFD6-4545-AC6A-ECBC83B1228B}" destId="{7E76B437-2A6C-477E-9AA4-59E384CDA878}" srcOrd="0" destOrd="0" presId="urn:microsoft.com/office/officeart/2011/layout/HexagonRadial"/>
    <dgm:cxn modelId="{1B5462B0-83C5-4F61-AE1C-0C4728A3AE76}" srcId="{C0472D9D-D32F-4455-BE2C-C5D004551269}" destId="{63708EA1-EEC1-4550-9197-7ED59FD1320A}" srcOrd="6" destOrd="0" parTransId="{FFD40435-244C-44E0-8CB1-756B4D3CD1E4}" sibTransId="{CDDFFCEC-D189-4050-8094-D4D7B36F7DE1}"/>
    <dgm:cxn modelId="{6E6225B6-67A5-433D-98B8-AAD3857C2783}" type="presOf" srcId="{C0472D9D-D32F-4455-BE2C-C5D004551269}" destId="{96C24782-E00A-479A-AA17-BA0AF820FDC8}" srcOrd="0" destOrd="0" presId="urn:microsoft.com/office/officeart/2011/layout/HexagonRadial"/>
    <dgm:cxn modelId="{E14694B7-CBCA-4B7B-96FA-276A443F590E}" type="presOf" srcId="{2DD49A4A-2139-4C45-86F9-6C40E2FB48E9}" destId="{74B8E6D0-375E-4FB9-83DC-2D664FA66FD9}" srcOrd="0" destOrd="0" presId="urn:microsoft.com/office/officeart/2011/layout/HexagonRadial"/>
    <dgm:cxn modelId="{2DF895C5-7464-45F6-A963-B538B2C8CF0D}" srcId="{C0472D9D-D32F-4455-BE2C-C5D004551269}" destId="{2DD49A4A-2139-4C45-86F9-6C40E2FB48E9}" srcOrd="0" destOrd="0" parTransId="{D0FB2542-15C7-4D3E-AA54-C7F48AAF2EDA}" sibTransId="{6533EAB1-01F7-4967-A564-D0734128C553}"/>
    <dgm:cxn modelId="{373CC5D4-E9A4-4AC5-BBCF-FD6882F131B3}" srcId="{C0472D9D-D32F-4455-BE2C-C5D004551269}" destId="{416F2F59-3F88-4914-8B3C-2E32DC50BBE7}" srcOrd="2" destOrd="0" parTransId="{CBC266C1-B4C4-45BE-8269-20F6A9639A1F}" sibTransId="{A4BF5ADB-615F-4DBE-8B4D-E4EB9E6CF7F1}"/>
    <dgm:cxn modelId="{798EEBF2-DBE8-4858-B04B-82110CF535DD}" srcId="{C0472D9D-D32F-4455-BE2C-C5D004551269}" destId="{1FCFC452-B8A9-49AB-A193-53AA94DFB3EF}" srcOrd="4" destOrd="0" parTransId="{8BB19BAA-7452-41B0-9A1C-FD829BE03968}" sibTransId="{A0355CD6-68CD-4E4F-9FF4-55275D24C102}"/>
    <dgm:cxn modelId="{99DA2DF8-9D88-4686-B522-756331A39A53}" srcId="{C0472D9D-D32F-4455-BE2C-C5D004551269}" destId="{AAC3D4F2-D747-4F7A-B8F4-3B60E3A6B4F6}" srcOrd="1" destOrd="0" parTransId="{D70E884F-21D4-4BB4-97D6-5C45CBD1F406}" sibTransId="{271E67F3-F993-4A8F-AB5C-1D03911ADB3A}"/>
    <dgm:cxn modelId="{563BE8FA-9FD4-4D83-92EA-4BD66D65DE6A}" type="presOf" srcId="{AAC3D4F2-D747-4F7A-B8F4-3B60E3A6B4F6}" destId="{54CF5C0B-13C8-4A8F-B30F-A2CA93004984}" srcOrd="0" destOrd="0" presId="urn:microsoft.com/office/officeart/2011/layout/HexagonRadial"/>
    <dgm:cxn modelId="{B960778C-9990-4C6C-8BAA-B04037E1BEE4}" type="presParOf" srcId="{7E76B437-2A6C-477E-9AA4-59E384CDA878}" destId="{96C24782-E00A-479A-AA17-BA0AF820FDC8}" srcOrd="0" destOrd="0" presId="urn:microsoft.com/office/officeart/2011/layout/HexagonRadial"/>
    <dgm:cxn modelId="{8F896553-DC58-46F2-B3C4-B9B4D5255D1E}" type="presParOf" srcId="{7E76B437-2A6C-477E-9AA4-59E384CDA878}" destId="{7248FA48-AA24-4A79-822F-7F087FF4C253}" srcOrd="1" destOrd="0" presId="urn:microsoft.com/office/officeart/2011/layout/HexagonRadial"/>
    <dgm:cxn modelId="{DA3C64FE-D83B-4591-BABD-D2FDF1437BAB}" type="presParOf" srcId="{7248FA48-AA24-4A79-822F-7F087FF4C253}" destId="{758EAC0E-09B8-4F04-A2BE-46CCE32A9D95}" srcOrd="0" destOrd="0" presId="urn:microsoft.com/office/officeart/2011/layout/HexagonRadial"/>
    <dgm:cxn modelId="{A48D1E27-CAC2-40D9-8E4C-9FFE95443E22}" type="presParOf" srcId="{7E76B437-2A6C-477E-9AA4-59E384CDA878}" destId="{74B8E6D0-375E-4FB9-83DC-2D664FA66FD9}" srcOrd="2" destOrd="0" presId="urn:microsoft.com/office/officeart/2011/layout/HexagonRadial"/>
    <dgm:cxn modelId="{DBE1B4F2-1E2F-46E7-94D6-40C6A7FAC28D}" type="presParOf" srcId="{7E76B437-2A6C-477E-9AA4-59E384CDA878}" destId="{3B937868-823F-4383-9B32-32D9B3525070}" srcOrd="3" destOrd="0" presId="urn:microsoft.com/office/officeart/2011/layout/HexagonRadial"/>
    <dgm:cxn modelId="{E7618442-9980-45B2-909C-FA90A5BED1E1}" type="presParOf" srcId="{3B937868-823F-4383-9B32-32D9B3525070}" destId="{C6E00858-1FFA-4C58-88DF-95514AC553B1}" srcOrd="0" destOrd="0" presId="urn:microsoft.com/office/officeart/2011/layout/HexagonRadial"/>
    <dgm:cxn modelId="{111DFCF6-32C9-415D-8F67-FE61FC6BF47C}" type="presParOf" srcId="{7E76B437-2A6C-477E-9AA4-59E384CDA878}" destId="{54CF5C0B-13C8-4A8F-B30F-A2CA93004984}" srcOrd="4" destOrd="0" presId="urn:microsoft.com/office/officeart/2011/layout/HexagonRadial"/>
    <dgm:cxn modelId="{D2BF768A-D1DB-4FD2-AAF8-D70A58124B3D}" type="presParOf" srcId="{7E76B437-2A6C-477E-9AA4-59E384CDA878}" destId="{D424E399-1F3E-48F5-9915-C816E871FDCE}" srcOrd="5" destOrd="0" presId="urn:microsoft.com/office/officeart/2011/layout/HexagonRadial"/>
    <dgm:cxn modelId="{5259148A-8F47-49B2-8703-E980C68B6ED1}" type="presParOf" srcId="{D424E399-1F3E-48F5-9915-C816E871FDCE}" destId="{8F00BE63-4731-4AD6-9297-3CA15BE014F4}" srcOrd="0" destOrd="0" presId="urn:microsoft.com/office/officeart/2011/layout/HexagonRadial"/>
    <dgm:cxn modelId="{66842165-DE5F-4C7B-9031-30BE5823C49F}" type="presParOf" srcId="{7E76B437-2A6C-477E-9AA4-59E384CDA878}" destId="{AB8F5308-1EB1-486E-A358-F3A95C7C117F}" srcOrd="6" destOrd="0" presId="urn:microsoft.com/office/officeart/2011/layout/HexagonRadial"/>
    <dgm:cxn modelId="{A0C3610D-DB53-4CF0-9904-02DFA9578C4D}" type="presParOf" srcId="{7E76B437-2A6C-477E-9AA4-59E384CDA878}" destId="{17282440-2F64-42EC-9F4E-1D3EA24DD5E2}" srcOrd="7" destOrd="0" presId="urn:microsoft.com/office/officeart/2011/layout/HexagonRadial"/>
    <dgm:cxn modelId="{14EF57A9-85EF-4D11-B9A8-14409D1709A3}" type="presParOf" srcId="{17282440-2F64-42EC-9F4E-1D3EA24DD5E2}" destId="{E5877122-D2EA-4344-93D1-2050EB132FD7}" srcOrd="0" destOrd="0" presId="urn:microsoft.com/office/officeart/2011/layout/HexagonRadial"/>
    <dgm:cxn modelId="{D36F825D-4CC3-4291-B1ED-598610DB04C2}" type="presParOf" srcId="{7E76B437-2A6C-477E-9AA4-59E384CDA878}" destId="{8194802F-6C83-4258-B399-803574F80FDF}" srcOrd="8" destOrd="0" presId="urn:microsoft.com/office/officeart/2011/layout/HexagonRadial"/>
    <dgm:cxn modelId="{D98E30B0-6510-4972-B7B5-CC65C524A678}" type="presParOf" srcId="{7E76B437-2A6C-477E-9AA4-59E384CDA878}" destId="{C2A2C0D3-065F-4C34-B80B-93ED2ACFBE63}" srcOrd="9" destOrd="0" presId="urn:microsoft.com/office/officeart/2011/layout/HexagonRadial"/>
    <dgm:cxn modelId="{B969597B-4692-48A8-AB57-E523A1B630CF}" type="presParOf" srcId="{C2A2C0D3-065F-4C34-B80B-93ED2ACFBE63}" destId="{78A4B7BE-780F-4610-AE6D-26715F974D55}" srcOrd="0" destOrd="0" presId="urn:microsoft.com/office/officeart/2011/layout/HexagonRadial"/>
    <dgm:cxn modelId="{A9D13CD0-1F87-42D9-A87A-573AD5764F35}" type="presParOf" srcId="{7E76B437-2A6C-477E-9AA4-59E384CDA878}" destId="{610CEED1-7297-4C42-9073-FAB9E2914A78}" srcOrd="10" destOrd="0" presId="urn:microsoft.com/office/officeart/2011/layout/HexagonRadial"/>
    <dgm:cxn modelId="{A9571864-E1CD-422B-8BF7-CCD6F9942156}" type="presParOf" srcId="{7E76B437-2A6C-477E-9AA4-59E384CDA878}" destId="{ADDE8EE9-9E7B-45A3-9295-A7FB20661244}" srcOrd="11" destOrd="0" presId="urn:microsoft.com/office/officeart/2011/layout/HexagonRadial"/>
    <dgm:cxn modelId="{C921E2CC-4EC7-423C-A6EC-7B97221744E9}" type="presParOf" srcId="{ADDE8EE9-9E7B-45A3-9295-A7FB20661244}" destId="{8FC4EDCC-5ACD-420D-BD3F-28816A49E9F8}" srcOrd="0" destOrd="0" presId="urn:microsoft.com/office/officeart/2011/layout/HexagonRadial"/>
    <dgm:cxn modelId="{A29760F9-78C1-412D-ADA2-599E4280D7EC}" type="presParOf" srcId="{7E76B437-2A6C-477E-9AA4-59E384CDA878}" destId="{E1511865-7A81-4561-B369-6FC49462B81D}" srcOrd="12"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271B292-57A9-4532-99FA-559C7417C205}" type="doc">
      <dgm:prSet loTypeId="urn:microsoft.com/office/officeart/2005/8/layout/gear1" loCatId="process" qsTypeId="urn:microsoft.com/office/officeart/2005/8/quickstyle/simple1" qsCatId="simple" csTypeId="urn:microsoft.com/office/officeart/2005/8/colors/accent1_2" csCatId="accent1" phldr="1"/>
      <dgm:spPr/>
    </dgm:pt>
    <dgm:pt modelId="{C15AA382-DBBC-4629-9105-CF5FAADB1EF6}">
      <dgm:prSet phldrT="[Text]" custT="1"/>
      <dgm:spPr/>
      <dgm:t>
        <a:bodyPr/>
        <a:lstStyle/>
        <a:p>
          <a:pPr>
            <a:buNone/>
          </a:pPr>
          <a:r>
            <a:rPr lang="en-US" sz="2000" b="1" dirty="0">
              <a:solidFill>
                <a:srgbClr val="EEEFF5"/>
              </a:solidFill>
              <a:latin typeface="Barlow" pitchFamily="34" charset="0"/>
              <a:ea typeface="Barlow" pitchFamily="34" charset="-122"/>
              <a:cs typeface="Barlow" pitchFamily="34" charset="-120"/>
            </a:rPr>
            <a:t>Data Recovery: </a:t>
          </a:r>
          <a:r>
            <a:rPr lang="en-US" sz="2000" dirty="0">
              <a:solidFill>
                <a:srgbClr val="EEEFF5"/>
              </a:solidFill>
              <a:latin typeface="Montserrat" pitchFamily="34" charset="0"/>
              <a:ea typeface="Montserrat" pitchFamily="34" charset="-122"/>
              <a:cs typeface="Montserrat" pitchFamily="34" charset="-120"/>
            </a:rPr>
            <a:t>Retrieve deleted or hidden files using specialized software tools.</a:t>
          </a:r>
          <a:endParaRPr lang="en-US" sz="2000" dirty="0"/>
        </a:p>
      </dgm:t>
    </dgm:pt>
    <dgm:pt modelId="{C5196A9C-34B8-4302-B43C-DC11EB5B5D38}" type="parTrans" cxnId="{86AB94B0-CE15-4ADC-B56F-C0FAEDE09048}">
      <dgm:prSet/>
      <dgm:spPr/>
      <dgm:t>
        <a:bodyPr/>
        <a:lstStyle/>
        <a:p>
          <a:endParaRPr lang="en-US"/>
        </a:p>
      </dgm:t>
    </dgm:pt>
    <dgm:pt modelId="{57788F8E-A019-4747-A1EF-FF60AD77AB4D}" type="sibTrans" cxnId="{86AB94B0-CE15-4ADC-B56F-C0FAEDE09048}">
      <dgm:prSet/>
      <dgm:spPr/>
      <dgm:t>
        <a:bodyPr/>
        <a:lstStyle/>
        <a:p>
          <a:endParaRPr lang="en-US"/>
        </a:p>
      </dgm:t>
    </dgm:pt>
    <dgm:pt modelId="{257CEFFF-66AD-4447-8ECE-1990D25D982D}">
      <dgm:prSet phldrT="[Text]" custT="1"/>
      <dgm:spPr/>
      <dgm:t>
        <a:bodyPr/>
        <a:lstStyle/>
        <a:p>
          <a:pPr>
            <a:buNone/>
          </a:pPr>
          <a:r>
            <a:rPr lang="en-US" sz="2000" b="1" dirty="0">
              <a:solidFill>
                <a:srgbClr val="EEEFF5"/>
              </a:solidFill>
              <a:latin typeface="Barlow" pitchFamily="34" charset="0"/>
              <a:ea typeface="Barlow" pitchFamily="34" charset="-122"/>
              <a:cs typeface="Barlow" pitchFamily="34" charset="-120"/>
            </a:rPr>
            <a:t>Malware Analysis: </a:t>
          </a:r>
          <a:r>
            <a:rPr lang="en-US" sz="2000" dirty="0">
              <a:solidFill>
                <a:srgbClr val="EEEFF5"/>
              </a:solidFill>
              <a:latin typeface="Montserrat" pitchFamily="34" charset="0"/>
              <a:ea typeface="Montserrat" pitchFamily="34" charset="-122"/>
              <a:cs typeface="Montserrat" pitchFamily="34" charset="-120"/>
            </a:rPr>
            <a:t>Examine suspicious files or programs for malicious behavior.</a:t>
          </a:r>
          <a:endParaRPr lang="en-US" sz="2000" dirty="0"/>
        </a:p>
      </dgm:t>
    </dgm:pt>
    <dgm:pt modelId="{6178AC45-F80F-49DD-9A22-43DFE17C05CB}" type="parTrans" cxnId="{C6A87630-0222-4A8B-B87A-FB02276B678C}">
      <dgm:prSet/>
      <dgm:spPr/>
      <dgm:t>
        <a:bodyPr/>
        <a:lstStyle/>
        <a:p>
          <a:endParaRPr lang="en-US"/>
        </a:p>
      </dgm:t>
    </dgm:pt>
    <dgm:pt modelId="{D36D3E23-0B69-436B-AA8C-261EFAB3150C}" type="sibTrans" cxnId="{C6A87630-0222-4A8B-B87A-FB02276B678C}">
      <dgm:prSet/>
      <dgm:spPr/>
      <dgm:t>
        <a:bodyPr/>
        <a:lstStyle/>
        <a:p>
          <a:endParaRPr lang="en-US"/>
        </a:p>
      </dgm:t>
    </dgm:pt>
    <dgm:pt modelId="{4F42DF7E-DCEC-4F93-A328-237270357F79}">
      <dgm:prSet phldrT="[Text]" custT="1"/>
      <dgm:spPr/>
      <dgm:t>
        <a:bodyPr/>
        <a:lstStyle/>
        <a:p>
          <a:pPr>
            <a:buNone/>
          </a:pPr>
          <a:r>
            <a:rPr lang="en-US" sz="2000" b="1" dirty="0">
              <a:solidFill>
                <a:srgbClr val="EEEFF5"/>
              </a:solidFill>
              <a:latin typeface="Barlow" pitchFamily="34" charset="0"/>
              <a:ea typeface="Barlow" pitchFamily="34" charset="-122"/>
              <a:cs typeface="Barlow" pitchFamily="34" charset="-120"/>
            </a:rPr>
            <a:t>Pattern Analysis: </a:t>
          </a:r>
          <a:r>
            <a:rPr lang="en-US" sz="2000" dirty="0">
              <a:solidFill>
                <a:srgbClr val="EEEFF5"/>
              </a:solidFill>
              <a:latin typeface="Montserrat" pitchFamily="34" charset="0"/>
              <a:ea typeface="Montserrat" pitchFamily="34" charset="-122"/>
              <a:cs typeface="Montserrat" pitchFamily="34" charset="-120"/>
            </a:rPr>
            <a:t>Identify recurring themes or behaviors in the collected data.</a:t>
          </a:r>
          <a:endParaRPr lang="en-US" sz="2000" dirty="0"/>
        </a:p>
      </dgm:t>
    </dgm:pt>
    <dgm:pt modelId="{017E66E4-6DBE-4FBC-831C-BB017C0E1AC8}" type="parTrans" cxnId="{C2DD04EB-0640-4171-B2BE-9C0510BACDEC}">
      <dgm:prSet/>
      <dgm:spPr/>
      <dgm:t>
        <a:bodyPr/>
        <a:lstStyle/>
        <a:p>
          <a:endParaRPr lang="en-US"/>
        </a:p>
      </dgm:t>
    </dgm:pt>
    <dgm:pt modelId="{7B0679F7-D8BC-4D31-BA21-C598476479EE}" type="sibTrans" cxnId="{C2DD04EB-0640-4171-B2BE-9C0510BACDEC}">
      <dgm:prSet/>
      <dgm:spPr/>
      <dgm:t>
        <a:bodyPr/>
        <a:lstStyle/>
        <a:p>
          <a:endParaRPr lang="en-US"/>
        </a:p>
      </dgm:t>
    </dgm:pt>
    <dgm:pt modelId="{5B8E3334-8453-4F16-B6CA-8DA0A4D105B5}" type="pres">
      <dgm:prSet presAssocID="{8271B292-57A9-4532-99FA-559C7417C205}" presName="composite" presStyleCnt="0">
        <dgm:presLayoutVars>
          <dgm:chMax val="3"/>
          <dgm:animLvl val="lvl"/>
          <dgm:resizeHandles val="exact"/>
        </dgm:presLayoutVars>
      </dgm:prSet>
      <dgm:spPr/>
    </dgm:pt>
    <dgm:pt modelId="{0AC4CF3F-6AFC-4EA9-AF34-49A3E19C0009}" type="pres">
      <dgm:prSet presAssocID="{C15AA382-DBBC-4629-9105-CF5FAADB1EF6}" presName="gear1" presStyleLbl="node1" presStyleIdx="0" presStyleCnt="3" custScaleX="160784" custScaleY="138810" custLinFactNeighborX="82440" custLinFactNeighborY="-33244">
        <dgm:presLayoutVars>
          <dgm:chMax val="1"/>
          <dgm:bulletEnabled val="1"/>
        </dgm:presLayoutVars>
      </dgm:prSet>
      <dgm:spPr/>
    </dgm:pt>
    <dgm:pt modelId="{8358378C-26EA-4D6F-8273-281278F4F839}" type="pres">
      <dgm:prSet presAssocID="{C15AA382-DBBC-4629-9105-CF5FAADB1EF6}" presName="gear1srcNode" presStyleLbl="node1" presStyleIdx="0" presStyleCnt="3"/>
      <dgm:spPr/>
    </dgm:pt>
    <dgm:pt modelId="{79975F0E-31F5-4092-A23D-7FA7D66CE614}" type="pres">
      <dgm:prSet presAssocID="{C15AA382-DBBC-4629-9105-CF5FAADB1EF6}" presName="gear1dstNode" presStyleLbl="node1" presStyleIdx="0" presStyleCnt="3"/>
      <dgm:spPr/>
    </dgm:pt>
    <dgm:pt modelId="{4977D4B4-60D6-446F-AED7-C405BD587952}" type="pres">
      <dgm:prSet presAssocID="{257CEFFF-66AD-4447-8ECE-1990D25D982D}" presName="gear2" presStyleLbl="node1" presStyleIdx="1" presStyleCnt="3" custScaleX="224727" custScaleY="173327" custLinFactNeighborX="-96426" custLinFactNeighborY="22849">
        <dgm:presLayoutVars>
          <dgm:chMax val="1"/>
          <dgm:bulletEnabled val="1"/>
        </dgm:presLayoutVars>
      </dgm:prSet>
      <dgm:spPr/>
    </dgm:pt>
    <dgm:pt modelId="{197D21FB-25D8-4BD9-9A2A-6454699A2A5D}" type="pres">
      <dgm:prSet presAssocID="{257CEFFF-66AD-4447-8ECE-1990D25D982D}" presName="gear2srcNode" presStyleLbl="node1" presStyleIdx="1" presStyleCnt="3"/>
      <dgm:spPr/>
    </dgm:pt>
    <dgm:pt modelId="{ED075FAD-BE63-4D92-858F-32F5BD3F92FB}" type="pres">
      <dgm:prSet presAssocID="{257CEFFF-66AD-4447-8ECE-1990D25D982D}" presName="gear2dstNode" presStyleLbl="node1" presStyleIdx="1" presStyleCnt="3"/>
      <dgm:spPr/>
    </dgm:pt>
    <dgm:pt modelId="{05553750-E648-458F-BE61-0ADF1C3EE0AA}" type="pres">
      <dgm:prSet presAssocID="{4F42DF7E-DCEC-4F93-A328-237270357F79}" presName="gear3" presStyleLbl="node1" presStyleIdx="2" presStyleCnt="3" custScaleX="169145" custScaleY="161335" custLinFactNeighborX="1939" custLinFactNeighborY="21698"/>
      <dgm:spPr/>
    </dgm:pt>
    <dgm:pt modelId="{F3CF6F69-4536-4736-A17E-246C986816FD}" type="pres">
      <dgm:prSet presAssocID="{4F42DF7E-DCEC-4F93-A328-237270357F79}" presName="gear3tx" presStyleLbl="node1" presStyleIdx="2" presStyleCnt="3">
        <dgm:presLayoutVars>
          <dgm:chMax val="1"/>
          <dgm:bulletEnabled val="1"/>
        </dgm:presLayoutVars>
      </dgm:prSet>
      <dgm:spPr/>
    </dgm:pt>
    <dgm:pt modelId="{B8A54E71-D62C-4CE4-9165-5929B28C5E20}" type="pres">
      <dgm:prSet presAssocID="{4F42DF7E-DCEC-4F93-A328-237270357F79}" presName="gear3srcNode" presStyleLbl="node1" presStyleIdx="2" presStyleCnt="3"/>
      <dgm:spPr/>
    </dgm:pt>
    <dgm:pt modelId="{6AF7D0B2-F235-4A2C-A679-90DB2ED33A6A}" type="pres">
      <dgm:prSet presAssocID="{4F42DF7E-DCEC-4F93-A328-237270357F79}" presName="gear3dstNode" presStyleLbl="node1" presStyleIdx="2" presStyleCnt="3"/>
      <dgm:spPr/>
    </dgm:pt>
    <dgm:pt modelId="{F1785D81-7304-494F-A667-B1B20BF5AF2F}" type="pres">
      <dgm:prSet presAssocID="{57788F8E-A019-4747-A1EF-FF60AD77AB4D}" presName="connector1" presStyleLbl="sibTrans2D1" presStyleIdx="0" presStyleCnt="3" custAng="5928611" custFlipHor="1" custScaleX="51334" custScaleY="36955" custLinFactNeighborX="-31156" custLinFactNeighborY="-590"/>
      <dgm:spPr/>
    </dgm:pt>
    <dgm:pt modelId="{C5E07BE9-2085-4D8F-9A56-0169FCDA795E}" type="pres">
      <dgm:prSet presAssocID="{D36D3E23-0B69-436B-AA8C-261EFAB3150C}" presName="connector2" presStyleLbl="sibTrans2D1" presStyleIdx="1" presStyleCnt="3" custLinFactNeighborX="4" custLinFactNeighborY="-15947"/>
      <dgm:spPr/>
    </dgm:pt>
    <dgm:pt modelId="{774439CD-6490-427F-A707-800D2463B8C6}" type="pres">
      <dgm:prSet presAssocID="{7B0679F7-D8BC-4D31-BA21-C598476479EE}" presName="connector3" presStyleLbl="sibTrans2D1" presStyleIdx="2" presStyleCnt="3" custAng="6932191" custScaleX="47054" custScaleY="90748" custLinFactNeighborX="59860" custLinFactNeighborY="-19919"/>
      <dgm:spPr/>
    </dgm:pt>
  </dgm:ptLst>
  <dgm:cxnLst>
    <dgm:cxn modelId="{0237A402-84D0-4D71-837D-75EA4DA55149}" type="presOf" srcId="{257CEFFF-66AD-4447-8ECE-1990D25D982D}" destId="{4977D4B4-60D6-446F-AED7-C405BD587952}" srcOrd="0" destOrd="0" presId="urn:microsoft.com/office/officeart/2005/8/layout/gear1"/>
    <dgm:cxn modelId="{15A9660D-836F-4051-984D-57E7BF071C7F}" type="presOf" srcId="{C15AA382-DBBC-4629-9105-CF5FAADB1EF6}" destId="{8358378C-26EA-4D6F-8273-281278F4F839}" srcOrd="1" destOrd="0" presId="urn:microsoft.com/office/officeart/2005/8/layout/gear1"/>
    <dgm:cxn modelId="{6288840D-F562-4BE9-8CB6-7983A2AF3EFA}" type="presOf" srcId="{257CEFFF-66AD-4447-8ECE-1990D25D982D}" destId="{197D21FB-25D8-4BD9-9A2A-6454699A2A5D}" srcOrd="1" destOrd="0" presId="urn:microsoft.com/office/officeart/2005/8/layout/gear1"/>
    <dgm:cxn modelId="{4D229E0D-2072-4D66-8E6E-F50A54F6AA77}" type="presOf" srcId="{257CEFFF-66AD-4447-8ECE-1990D25D982D}" destId="{ED075FAD-BE63-4D92-858F-32F5BD3F92FB}" srcOrd="2" destOrd="0" presId="urn:microsoft.com/office/officeart/2005/8/layout/gear1"/>
    <dgm:cxn modelId="{5740990F-2C10-4D4B-B8CE-79F79543A531}" type="presOf" srcId="{4F42DF7E-DCEC-4F93-A328-237270357F79}" destId="{F3CF6F69-4536-4736-A17E-246C986816FD}" srcOrd="1" destOrd="0" presId="urn:microsoft.com/office/officeart/2005/8/layout/gear1"/>
    <dgm:cxn modelId="{5004762A-E4FD-4846-8900-A8CE37DFFA2E}" type="presOf" srcId="{C15AA382-DBBC-4629-9105-CF5FAADB1EF6}" destId="{0AC4CF3F-6AFC-4EA9-AF34-49A3E19C0009}" srcOrd="0" destOrd="0" presId="urn:microsoft.com/office/officeart/2005/8/layout/gear1"/>
    <dgm:cxn modelId="{C6A87630-0222-4A8B-B87A-FB02276B678C}" srcId="{8271B292-57A9-4532-99FA-559C7417C205}" destId="{257CEFFF-66AD-4447-8ECE-1990D25D982D}" srcOrd="1" destOrd="0" parTransId="{6178AC45-F80F-49DD-9A22-43DFE17C05CB}" sibTransId="{D36D3E23-0B69-436B-AA8C-261EFAB3150C}"/>
    <dgm:cxn modelId="{C57B363A-D104-46F9-BD0E-5BC65B6883CE}" type="presOf" srcId="{4F42DF7E-DCEC-4F93-A328-237270357F79}" destId="{B8A54E71-D62C-4CE4-9165-5929B28C5E20}" srcOrd="2" destOrd="0" presId="urn:microsoft.com/office/officeart/2005/8/layout/gear1"/>
    <dgm:cxn modelId="{8DB42867-1283-4BE8-A5A7-C40BB60392B9}" type="presOf" srcId="{8271B292-57A9-4532-99FA-559C7417C205}" destId="{5B8E3334-8453-4F16-B6CA-8DA0A4D105B5}" srcOrd="0" destOrd="0" presId="urn:microsoft.com/office/officeart/2005/8/layout/gear1"/>
    <dgm:cxn modelId="{34780983-0792-4EE5-9404-0AB4A30073B9}" type="presOf" srcId="{4F42DF7E-DCEC-4F93-A328-237270357F79}" destId="{6AF7D0B2-F235-4A2C-A679-90DB2ED33A6A}" srcOrd="3" destOrd="0" presId="urn:microsoft.com/office/officeart/2005/8/layout/gear1"/>
    <dgm:cxn modelId="{F170FE89-F9D2-4ECD-B3CC-4907E6263C9A}" type="presOf" srcId="{7B0679F7-D8BC-4D31-BA21-C598476479EE}" destId="{774439CD-6490-427F-A707-800D2463B8C6}" srcOrd="0" destOrd="0" presId="urn:microsoft.com/office/officeart/2005/8/layout/gear1"/>
    <dgm:cxn modelId="{86AB94B0-CE15-4ADC-B56F-C0FAEDE09048}" srcId="{8271B292-57A9-4532-99FA-559C7417C205}" destId="{C15AA382-DBBC-4629-9105-CF5FAADB1EF6}" srcOrd="0" destOrd="0" parTransId="{C5196A9C-34B8-4302-B43C-DC11EB5B5D38}" sibTransId="{57788F8E-A019-4747-A1EF-FF60AD77AB4D}"/>
    <dgm:cxn modelId="{B8D22ABD-5657-4766-834A-4027B3FD86E5}" type="presOf" srcId="{4F42DF7E-DCEC-4F93-A328-237270357F79}" destId="{05553750-E648-458F-BE61-0ADF1C3EE0AA}" srcOrd="0" destOrd="0" presId="urn:microsoft.com/office/officeart/2005/8/layout/gear1"/>
    <dgm:cxn modelId="{DC0685BE-B166-47A7-AA8A-EC71ED3D87E0}" type="presOf" srcId="{57788F8E-A019-4747-A1EF-FF60AD77AB4D}" destId="{F1785D81-7304-494F-A667-B1B20BF5AF2F}" srcOrd="0" destOrd="0" presId="urn:microsoft.com/office/officeart/2005/8/layout/gear1"/>
    <dgm:cxn modelId="{063633DC-0C87-4896-B0F5-E0CAE58ACBDB}" type="presOf" srcId="{D36D3E23-0B69-436B-AA8C-261EFAB3150C}" destId="{C5E07BE9-2085-4D8F-9A56-0169FCDA795E}" srcOrd="0" destOrd="0" presId="urn:microsoft.com/office/officeart/2005/8/layout/gear1"/>
    <dgm:cxn modelId="{9430E0EA-02B5-4CD7-84AE-72FC6151D9E3}" type="presOf" srcId="{C15AA382-DBBC-4629-9105-CF5FAADB1EF6}" destId="{79975F0E-31F5-4092-A23D-7FA7D66CE614}" srcOrd="2" destOrd="0" presId="urn:microsoft.com/office/officeart/2005/8/layout/gear1"/>
    <dgm:cxn modelId="{C2DD04EB-0640-4171-B2BE-9C0510BACDEC}" srcId="{8271B292-57A9-4532-99FA-559C7417C205}" destId="{4F42DF7E-DCEC-4F93-A328-237270357F79}" srcOrd="2" destOrd="0" parTransId="{017E66E4-6DBE-4FBC-831C-BB017C0E1AC8}" sibTransId="{7B0679F7-D8BC-4D31-BA21-C598476479EE}"/>
    <dgm:cxn modelId="{3E4B2B0F-6D24-4CDD-BBD8-415CA6442732}" type="presParOf" srcId="{5B8E3334-8453-4F16-B6CA-8DA0A4D105B5}" destId="{0AC4CF3F-6AFC-4EA9-AF34-49A3E19C0009}" srcOrd="0" destOrd="0" presId="urn:microsoft.com/office/officeart/2005/8/layout/gear1"/>
    <dgm:cxn modelId="{3C6A5A8E-E8A0-4E74-B10F-ED1960E3163D}" type="presParOf" srcId="{5B8E3334-8453-4F16-B6CA-8DA0A4D105B5}" destId="{8358378C-26EA-4D6F-8273-281278F4F839}" srcOrd="1" destOrd="0" presId="urn:microsoft.com/office/officeart/2005/8/layout/gear1"/>
    <dgm:cxn modelId="{5F89B7E9-B602-457C-9986-517D23DEE696}" type="presParOf" srcId="{5B8E3334-8453-4F16-B6CA-8DA0A4D105B5}" destId="{79975F0E-31F5-4092-A23D-7FA7D66CE614}" srcOrd="2" destOrd="0" presId="urn:microsoft.com/office/officeart/2005/8/layout/gear1"/>
    <dgm:cxn modelId="{EDE0A425-08C5-4D00-8C01-54BEC1D54222}" type="presParOf" srcId="{5B8E3334-8453-4F16-B6CA-8DA0A4D105B5}" destId="{4977D4B4-60D6-446F-AED7-C405BD587952}" srcOrd="3" destOrd="0" presId="urn:microsoft.com/office/officeart/2005/8/layout/gear1"/>
    <dgm:cxn modelId="{E8AC5A6F-8A07-4CFA-8247-94014FF80B55}" type="presParOf" srcId="{5B8E3334-8453-4F16-B6CA-8DA0A4D105B5}" destId="{197D21FB-25D8-4BD9-9A2A-6454699A2A5D}" srcOrd="4" destOrd="0" presId="urn:microsoft.com/office/officeart/2005/8/layout/gear1"/>
    <dgm:cxn modelId="{BE5669F0-23B5-46A8-90AF-004AACC0CAC8}" type="presParOf" srcId="{5B8E3334-8453-4F16-B6CA-8DA0A4D105B5}" destId="{ED075FAD-BE63-4D92-858F-32F5BD3F92FB}" srcOrd="5" destOrd="0" presId="urn:microsoft.com/office/officeart/2005/8/layout/gear1"/>
    <dgm:cxn modelId="{1E772304-E65D-46AC-9E3C-7BA5DABE6E53}" type="presParOf" srcId="{5B8E3334-8453-4F16-B6CA-8DA0A4D105B5}" destId="{05553750-E648-458F-BE61-0ADF1C3EE0AA}" srcOrd="6" destOrd="0" presId="urn:microsoft.com/office/officeart/2005/8/layout/gear1"/>
    <dgm:cxn modelId="{1E3E69BF-A77D-4EEA-B7E6-423E572E6201}" type="presParOf" srcId="{5B8E3334-8453-4F16-B6CA-8DA0A4D105B5}" destId="{F3CF6F69-4536-4736-A17E-246C986816FD}" srcOrd="7" destOrd="0" presId="urn:microsoft.com/office/officeart/2005/8/layout/gear1"/>
    <dgm:cxn modelId="{CE4198C5-F845-49A8-B0EC-6C9AAC0F1E62}" type="presParOf" srcId="{5B8E3334-8453-4F16-B6CA-8DA0A4D105B5}" destId="{B8A54E71-D62C-4CE4-9165-5929B28C5E20}" srcOrd="8" destOrd="0" presId="urn:microsoft.com/office/officeart/2005/8/layout/gear1"/>
    <dgm:cxn modelId="{8892F538-DB35-4664-BEEE-E717277C73A3}" type="presParOf" srcId="{5B8E3334-8453-4F16-B6CA-8DA0A4D105B5}" destId="{6AF7D0B2-F235-4A2C-A679-90DB2ED33A6A}" srcOrd="9" destOrd="0" presId="urn:microsoft.com/office/officeart/2005/8/layout/gear1"/>
    <dgm:cxn modelId="{83FED64B-8433-4C9A-BA16-9F2F0F21F4C5}" type="presParOf" srcId="{5B8E3334-8453-4F16-B6CA-8DA0A4D105B5}" destId="{F1785D81-7304-494F-A667-B1B20BF5AF2F}" srcOrd="10" destOrd="0" presId="urn:microsoft.com/office/officeart/2005/8/layout/gear1"/>
    <dgm:cxn modelId="{3E7A6D73-A641-4082-B333-F94015B55F76}" type="presParOf" srcId="{5B8E3334-8453-4F16-B6CA-8DA0A4D105B5}" destId="{C5E07BE9-2085-4D8F-9A56-0169FCDA795E}" srcOrd="11" destOrd="0" presId="urn:microsoft.com/office/officeart/2005/8/layout/gear1"/>
    <dgm:cxn modelId="{C55DCF36-3097-4FCA-8A96-50A14DBE906A}" type="presParOf" srcId="{5B8E3334-8453-4F16-B6CA-8DA0A4D105B5}" destId="{774439CD-6490-427F-A707-800D2463B8C6}" srcOrd="12" destOrd="0" presId="urn:microsoft.com/office/officeart/2005/8/layout/gear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FE62ED1-1F52-49E8-8F20-0ACC4D4A3C16}" type="doc">
      <dgm:prSet loTypeId="urn:microsoft.com/office/officeart/2018/2/layout/IconVerticalSolidList" loCatId="icon" qsTypeId="urn:microsoft.com/office/officeart/2005/8/quickstyle/simple1" qsCatId="simple" csTypeId="urn:microsoft.com/office/officeart/2005/8/colors/accent1_2" csCatId="accent1" phldr="1"/>
      <dgm:spPr/>
    </dgm:pt>
    <dgm:pt modelId="{A8C865C1-F898-4EBB-90FE-642724EE9D6C}">
      <dgm:prSet phldrT="[Text]" custT="1"/>
      <dgm:spPr/>
      <dgm:t>
        <a:bodyPr/>
        <a:lstStyle/>
        <a:p>
          <a:pPr>
            <a:lnSpc>
              <a:spcPct val="100000"/>
            </a:lnSpc>
          </a:pPr>
          <a:r>
            <a:rPr lang="en-US" sz="3600"/>
            <a:t>Tools</a:t>
          </a:r>
        </a:p>
      </dgm:t>
    </dgm:pt>
    <dgm:pt modelId="{CCF7EB79-0EEE-416D-A596-2DD8F9B5035C}" type="parTrans" cxnId="{63765788-8CEF-4786-9AB0-E8824865C4F7}">
      <dgm:prSet/>
      <dgm:spPr/>
      <dgm:t>
        <a:bodyPr/>
        <a:lstStyle/>
        <a:p>
          <a:endParaRPr lang="en-US"/>
        </a:p>
      </dgm:t>
    </dgm:pt>
    <dgm:pt modelId="{28491FB0-B759-499A-9170-194094E4ED41}" type="sibTrans" cxnId="{63765788-8CEF-4786-9AB0-E8824865C4F7}">
      <dgm:prSet/>
      <dgm:spPr/>
      <dgm:t>
        <a:bodyPr/>
        <a:lstStyle/>
        <a:p>
          <a:endParaRPr lang="en-US"/>
        </a:p>
      </dgm:t>
    </dgm:pt>
    <dgm:pt modelId="{1B4985FD-EBB2-4B5E-8423-EEB79F5D42A3}">
      <dgm:prSet phldrT="[Text]" custT="1"/>
      <dgm:spPr/>
      <dgm:t>
        <a:bodyPr/>
        <a:lstStyle/>
        <a:p>
          <a:pPr>
            <a:lnSpc>
              <a:spcPct val="100000"/>
            </a:lnSpc>
          </a:pPr>
          <a:r>
            <a:rPr lang="en-US" sz="3600"/>
            <a:t>Techniques</a:t>
          </a:r>
        </a:p>
      </dgm:t>
    </dgm:pt>
    <dgm:pt modelId="{4F947E7F-725F-44CC-B853-B9DBFD6BEA10}" type="parTrans" cxnId="{46ED8374-9609-416B-AFF8-4D73697AC93C}">
      <dgm:prSet/>
      <dgm:spPr/>
      <dgm:t>
        <a:bodyPr/>
        <a:lstStyle/>
        <a:p>
          <a:endParaRPr lang="en-US"/>
        </a:p>
      </dgm:t>
    </dgm:pt>
    <dgm:pt modelId="{0A9E0370-EA03-46D6-8309-5D1E09E26F54}" type="sibTrans" cxnId="{46ED8374-9609-416B-AFF8-4D73697AC93C}">
      <dgm:prSet/>
      <dgm:spPr/>
      <dgm:t>
        <a:bodyPr/>
        <a:lstStyle/>
        <a:p>
          <a:endParaRPr lang="en-US"/>
        </a:p>
      </dgm:t>
    </dgm:pt>
    <dgm:pt modelId="{10E79F6E-7B4A-4FD8-8025-DB7F74EF14FD}">
      <dgm:prSet phldrT="[Text]" custT="1"/>
      <dgm:spPr/>
      <dgm:t>
        <a:bodyPr/>
        <a:lstStyle/>
        <a:p>
          <a:pPr>
            <a:lnSpc>
              <a:spcPct val="100000"/>
            </a:lnSpc>
          </a:pPr>
          <a:r>
            <a:rPr lang="en-US" sz="3600"/>
            <a:t>Expertise </a:t>
          </a:r>
        </a:p>
      </dgm:t>
    </dgm:pt>
    <dgm:pt modelId="{555E871F-241C-4277-92E5-27A5896BD206}" type="parTrans" cxnId="{E875D1CC-ACE8-440F-989C-C4A4F4D32C80}">
      <dgm:prSet/>
      <dgm:spPr/>
      <dgm:t>
        <a:bodyPr/>
        <a:lstStyle/>
        <a:p>
          <a:endParaRPr lang="en-US"/>
        </a:p>
      </dgm:t>
    </dgm:pt>
    <dgm:pt modelId="{7684ED53-E135-4A99-BDFF-1B13027549B7}" type="sibTrans" cxnId="{E875D1CC-ACE8-440F-989C-C4A4F4D32C80}">
      <dgm:prSet/>
      <dgm:spPr/>
      <dgm:t>
        <a:bodyPr/>
        <a:lstStyle/>
        <a:p>
          <a:endParaRPr lang="en-US"/>
        </a:p>
      </dgm:t>
    </dgm:pt>
    <dgm:pt modelId="{D9C8098C-4B2C-4FC6-ABD4-88CD5EB2492E}" type="pres">
      <dgm:prSet presAssocID="{0FE62ED1-1F52-49E8-8F20-0ACC4D4A3C16}" presName="root" presStyleCnt="0">
        <dgm:presLayoutVars>
          <dgm:dir/>
          <dgm:resizeHandles val="exact"/>
        </dgm:presLayoutVars>
      </dgm:prSet>
      <dgm:spPr/>
    </dgm:pt>
    <dgm:pt modelId="{DE9822FF-75EB-4ACF-83C1-49043BD44946}" type="pres">
      <dgm:prSet presAssocID="{A8C865C1-F898-4EBB-90FE-642724EE9D6C}" presName="compNode" presStyleCnt="0"/>
      <dgm:spPr/>
    </dgm:pt>
    <dgm:pt modelId="{52BEC834-EA2E-49B9-9E0C-CEBE65D953AA}" type="pres">
      <dgm:prSet presAssocID="{A8C865C1-F898-4EBB-90FE-642724EE9D6C}" presName="bgRect" presStyleLbl="bgShp" presStyleIdx="0" presStyleCnt="3"/>
      <dgm:spPr/>
    </dgm:pt>
    <dgm:pt modelId="{EEF11925-61AF-48A3-A1F7-4F59C6B403DE}" type="pres">
      <dgm:prSet presAssocID="{A8C865C1-F898-4EBB-90FE-642724EE9D6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ools"/>
        </a:ext>
      </dgm:extLst>
    </dgm:pt>
    <dgm:pt modelId="{C697B30A-33E0-44C1-BB71-EE5EAF21317B}" type="pres">
      <dgm:prSet presAssocID="{A8C865C1-F898-4EBB-90FE-642724EE9D6C}" presName="spaceRect" presStyleCnt="0"/>
      <dgm:spPr/>
    </dgm:pt>
    <dgm:pt modelId="{D431AAB7-6F78-48F4-9E29-59388EA1C3BC}" type="pres">
      <dgm:prSet presAssocID="{A8C865C1-F898-4EBB-90FE-642724EE9D6C}" presName="parTx" presStyleLbl="revTx" presStyleIdx="0" presStyleCnt="3">
        <dgm:presLayoutVars>
          <dgm:chMax val="0"/>
          <dgm:chPref val="0"/>
        </dgm:presLayoutVars>
      </dgm:prSet>
      <dgm:spPr/>
    </dgm:pt>
    <dgm:pt modelId="{CDF7E1B5-131C-4CA8-8E72-4DEB84A5F0F7}" type="pres">
      <dgm:prSet presAssocID="{28491FB0-B759-499A-9170-194094E4ED41}" presName="sibTrans" presStyleCnt="0"/>
      <dgm:spPr/>
    </dgm:pt>
    <dgm:pt modelId="{8141FC95-F27E-4B4C-B4E5-295036E9A39D}" type="pres">
      <dgm:prSet presAssocID="{1B4985FD-EBB2-4B5E-8423-EEB79F5D42A3}" presName="compNode" presStyleCnt="0"/>
      <dgm:spPr/>
    </dgm:pt>
    <dgm:pt modelId="{39475481-F3C8-46EE-8C19-AB1C83221E67}" type="pres">
      <dgm:prSet presAssocID="{1B4985FD-EBB2-4B5E-8423-EEB79F5D42A3}" presName="bgRect" presStyleLbl="bgShp" presStyleIdx="1" presStyleCnt="3"/>
      <dgm:spPr/>
    </dgm:pt>
    <dgm:pt modelId="{ECBEB938-C507-40A3-A2A7-A8792947AB51}" type="pres">
      <dgm:prSet presAssocID="{1B4985FD-EBB2-4B5E-8423-EEB79F5D42A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un"/>
        </a:ext>
      </dgm:extLst>
    </dgm:pt>
    <dgm:pt modelId="{96ABBAA4-3967-40E6-89CF-C3ED3B6454AA}" type="pres">
      <dgm:prSet presAssocID="{1B4985FD-EBB2-4B5E-8423-EEB79F5D42A3}" presName="spaceRect" presStyleCnt="0"/>
      <dgm:spPr/>
    </dgm:pt>
    <dgm:pt modelId="{847704B6-CC4B-4CEE-B9B9-79B582A65EDE}" type="pres">
      <dgm:prSet presAssocID="{1B4985FD-EBB2-4B5E-8423-EEB79F5D42A3}" presName="parTx" presStyleLbl="revTx" presStyleIdx="1" presStyleCnt="3">
        <dgm:presLayoutVars>
          <dgm:chMax val="0"/>
          <dgm:chPref val="0"/>
        </dgm:presLayoutVars>
      </dgm:prSet>
      <dgm:spPr/>
    </dgm:pt>
    <dgm:pt modelId="{66EF1C88-0E28-4834-8524-689EFE47A667}" type="pres">
      <dgm:prSet presAssocID="{0A9E0370-EA03-46D6-8309-5D1E09E26F54}" presName="sibTrans" presStyleCnt="0"/>
      <dgm:spPr/>
    </dgm:pt>
    <dgm:pt modelId="{E3871C37-E6DF-4EB0-B444-9EBD57C46242}" type="pres">
      <dgm:prSet presAssocID="{10E79F6E-7B4A-4FD8-8025-DB7F74EF14FD}" presName="compNode" presStyleCnt="0"/>
      <dgm:spPr/>
    </dgm:pt>
    <dgm:pt modelId="{347DE349-CB29-4A70-8709-A8853B6947BC}" type="pres">
      <dgm:prSet presAssocID="{10E79F6E-7B4A-4FD8-8025-DB7F74EF14FD}" presName="bgRect" presStyleLbl="bgShp" presStyleIdx="2" presStyleCnt="3"/>
      <dgm:spPr/>
    </dgm:pt>
    <dgm:pt modelId="{F01218FA-C7A0-4A38-A4FD-B137BA2C9ECB}" type="pres">
      <dgm:prSet presAssocID="{10E79F6E-7B4A-4FD8-8025-DB7F74EF14F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F16A5A46-1284-4478-BA63-2EB173C19428}" type="pres">
      <dgm:prSet presAssocID="{10E79F6E-7B4A-4FD8-8025-DB7F74EF14FD}" presName="spaceRect" presStyleCnt="0"/>
      <dgm:spPr/>
    </dgm:pt>
    <dgm:pt modelId="{F178C134-64CC-48FD-8611-AD4AC6C7D59A}" type="pres">
      <dgm:prSet presAssocID="{10E79F6E-7B4A-4FD8-8025-DB7F74EF14FD}" presName="parTx" presStyleLbl="revTx" presStyleIdx="2" presStyleCnt="3">
        <dgm:presLayoutVars>
          <dgm:chMax val="0"/>
          <dgm:chPref val="0"/>
        </dgm:presLayoutVars>
      </dgm:prSet>
      <dgm:spPr/>
    </dgm:pt>
  </dgm:ptLst>
  <dgm:cxnLst>
    <dgm:cxn modelId="{19BD1542-10B8-4AB4-B8B7-CA9C0FDC3406}" type="presOf" srcId="{0FE62ED1-1F52-49E8-8F20-0ACC4D4A3C16}" destId="{D9C8098C-4B2C-4FC6-ABD4-88CD5EB2492E}" srcOrd="0" destOrd="0" presId="urn:microsoft.com/office/officeart/2018/2/layout/IconVerticalSolidList"/>
    <dgm:cxn modelId="{B0A1E343-1CAB-415A-B223-6DF654DE96A7}" type="presOf" srcId="{10E79F6E-7B4A-4FD8-8025-DB7F74EF14FD}" destId="{F178C134-64CC-48FD-8611-AD4AC6C7D59A}" srcOrd="0" destOrd="0" presId="urn:microsoft.com/office/officeart/2018/2/layout/IconVerticalSolidList"/>
    <dgm:cxn modelId="{F1CBCB65-38ED-45B2-BA97-323B61F3BCD7}" type="presOf" srcId="{A8C865C1-F898-4EBB-90FE-642724EE9D6C}" destId="{D431AAB7-6F78-48F4-9E29-59388EA1C3BC}" srcOrd="0" destOrd="0" presId="urn:microsoft.com/office/officeart/2018/2/layout/IconVerticalSolidList"/>
    <dgm:cxn modelId="{46ED8374-9609-416B-AFF8-4D73697AC93C}" srcId="{0FE62ED1-1F52-49E8-8F20-0ACC4D4A3C16}" destId="{1B4985FD-EBB2-4B5E-8423-EEB79F5D42A3}" srcOrd="1" destOrd="0" parTransId="{4F947E7F-725F-44CC-B853-B9DBFD6BEA10}" sibTransId="{0A9E0370-EA03-46D6-8309-5D1E09E26F54}"/>
    <dgm:cxn modelId="{007BD27E-B801-4279-86A3-CF08B400670B}" type="presOf" srcId="{1B4985FD-EBB2-4B5E-8423-EEB79F5D42A3}" destId="{847704B6-CC4B-4CEE-B9B9-79B582A65EDE}" srcOrd="0" destOrd="0" presId="urn:microsoft.com/office/officeart/2018/2/layout/IconVerticalSolidList"/>
    <dgm:cxn modelId="{63765788-8CEF-4786-9AB0-E8824865C4F7}" srcId="{0FE62ED1-1F52-49E8-8F20-0ACC4D4A3C16}" destId="{A8C865C1-F898-4EBB-90FE-642724EE9D6C}" srcOrd="0" destOrd="0" parTransId="{CCF7EB79-0EEE-416D-A596-2DD8F9B5035C}" sibTransId="{28491FB0-B759-499A-9170-194094E4ED41}"/>
    <dgm:cxn modelId="{E875D1CC-ACE8-440F-989C-C4A4F4D32C80}" srcId="{0FE62ED1-1F52-49E8-8F20-0ACC4D4A3C16}" destId="{10E79F6E-7B4A-4FD8-8025-DB7F74EF14FD}" srcOrd="2" destOrd="0" parTransId="{555E871F-241C-4277-92E5-27A5896BD206}" sibTransId="{7684ED53-E135-4A99-BDFF-1B13027549B7}"/>
    <dgm:cxn modelId="{26F92A8D-A2EC-4784-B099-F091B5C9639F}" type="presParOf" srcId="{D9C8098C-4B2C-4FC6-ABD4-88CD5EB2492E}" destId="{DE9822FF-75EB-4ACF-83C1-49043BD44946}" srcOrd="0" destOrd="0" presId="urn:microsoft.com/office/officeart/2018/2/layout/IconVerticalSolidList"/>
    <dgm:cxn modelId="{197DD46F-BD27-469E-9BBE-4765937EA8EB}" type="presParOf" srcId="{DE9822FF-75EB-4ACF-83C1-49043BD44946}" destId="{52BEC834-EA2E-49B9-9E0C-CEBE65D953AA}" srcOrd="0" destOrd="0" presId="urn:microsoft.com/office/officeart/2018/2/layout/IconVerticalSolidList"/>
    <dgm:cxn modelId="{BB0D8E5E-A6ED-4BF3-8815-846842B2F29F}" type="presParOf" srcId="{DE9822FF-75EB-4ACF-83C1-49043BD44946}" destId="{EEF11925-61AF-48A3-A1F7-4F59C6B403DE}" srcOrd="1" destOrd="0" presId="urn:microsoft.com/office/officeart/2018/2/layout/IconVerticalSolidList"/>
    <dgm:cxn modelId="{B134864B-DA4B-4388-9626-47591BB2A7C3}" type="presParOf" srcId="{DE9822FF-75EB-4ACF-83C1-49043BD44946}" destId="{C697B30A-33E0-44C1-BB71-EE5EAF21317B}" srcOrd="2" destOrd="0" presId="urn:microsoft.com/office/officeart/2018/2/layout/IconVerticalSolidList"/>
    <dgm:cxn modelId="{91FD4811-565B-4F27-8117-4E0281BCE1F4}" type="presParOf" srcId="{DE9822FF-75EB-4ACF-83C1-49043BD44946}" destId="{D431AAB7-6F78-48F4-9E29-59388EA1C3BC}" srcOrd="3" destOrd="0" presId="urn:microsoft.com/office/officeart/2018/2/layout/IconVerticalSolidList"/>
    <dgm:cxn modelId="{61637E32-EA4B-4F3B-884D-4036E9E8ED72}" type="presParOf" srcId="{D9C8098C-4B2C-4FC6-ABD4-88CD5EB2492E}" destId="{CDF7E1B5-131C-4CA8-8E72-4DEB84A5F0F7}" srcOrd="1" destOrd="0" presId="urn:microsoft.com/office/officeart/2018/2/layout/IconVerticalSolidList"/>
    <dgm:cxn modelId="{899954C9-96B9-4EEA-8809-55FBA5C5FFEF}" type="presParOf" srcId="{D9C8098C-4B2C-4FC6-ABD4-88CD5EB2492E}" destId="{8141FC95-F27E-4B4C-B4E5-295036E9A39D}" srcOrd="2" destOrd="0" presId="urn:microsoft.com/office/officeart/2018/2/layout/IconVerticalSolidList"/>
    <dgm:cxn modelId="{869E7F92-92E7-47BF-B1D1-0FB016B7F0EC}" type="presParOf" srcId="{8141FC95-F27E-4B4C-B4E5-295036E9A39D}" destId="{39475481-F3C8-46EE-8C19-AB1C83221E67}" srcOrd="0" destOrd="0" presId="urn:microsoft.com/office/officeart/2018/2/layout/IconVerticalSolidList"/>
    <dgm:cxn modelId="{92BBCEF5-457F-4DC1-8E64-23D0BE4E7D73}" type="presParOf" srcId="{8141FC95-F27E-4B4C-B4E5-295036E9A39D}" destId="{ECBEB938-C507-40A3-A2A7-A8792947AB51}" srcOrd="1" destOrd="0" presId="urn:microsoft.com/office/officeart/2018/2/layout/IconVerticalSolidList"/>
    <dgm:cxn modelId="{35A22EBE-194E-40DF-A9F9-57028FD77D08}" type="presParOf" srcId="{8141FC95-F27E-4B4C-B4E5-295036E9A39D}" destId="{96ABBAA4-3967-40E6-89CF-C3ED3B6454AA}" srcOrd="2" destOrd="0" presId="urn:microsoft.com/office/officeart/2018/2/layout/IconVerticalSolidList"/>
    <dgm:cxn modelId="{F459EF72-5CC4-4CD8-8B69-00B6403F58E1}" type="presParOf" srcId="{8141FC95-F27E-4B4C-B4E5-295036E9A39D}" destId="{847704B6-CC4B-4CEE-B9B9-79B582A65EDE}" srcOrd="3" destOrd="0" presId="urn:microsoft.com/office/officeart/2018/2/layout/IconVerticalSolidList"/>
    <dgm:cxn modelId="{C07A271E-3C61-4D28-AE59-383CC22E2125}" type="presParOf" srcId="{D9C8098C-4B2C-4FC6-ABD4-88CD5EB2492E}" destId="{66EF1C88-0E28-4834-8524-689EFE47A667}" srcOrd="3" destOrd="0" presId="urn:microsoft.com/office/officeart/2018/2/layout/IconVerticalSolidList"/>
    <dgm:cxn modelId="{22D3872E-D747-43BC-BD77-09780675BD4D}" type="presParOf" srcId="{D9C8098C-4B2C-4FC6-ABD4-88CD5EB2492E}" destId="{E3871C37-E6DF-4EB0-B444-9EBD57C46242}" srcOrd="4" destOrd="0" presId="urn:microsoft.com/office/officeart/2018/2/layout/IconVerticalSolidList"/>
    <dgm:cxn modelId="{F0A3CBD4-3591-4A8B-A6F8-C7B962DC7CBA}" type="presParOf" srcId="{E3871C37-E6DF-4EB0-B444-9EBD57C46242}" destId="{347DE349-CB29-4A70-8709-A8853B6947BC}" srcOrd="0" destOrd="0" presId="urn:microsoft.com/office/officeart/2018/2/layout/IconVerticalSolidList"/>
    <dgm:cxn modelId="{7357669F-B9A3-425F-BB0A-FDAAEE4813F8}" type="presParOf" srcId="{E3871C37-E6DF-4EB0-B444-9EBD57C46242}" destId="{F01218FA-C7A0-4A38-A4FD-B137BA2C9ECB}" srcOrd="1" destOrd="0" presId="urn:microsoft.com/office/officeart/2018/2/layout/IconVerticalSolidList"/>
    <dgm:cxn modelId="{724E61A8-2B96-4D26-87EA-4955432CFDDA}" type="presParOf" srcId="{E3871C37-E6DF-4EB0-B444-9EBD57C46242}" destId="{F16A5A46-1284-4478-BA63-2EB173C19428}" srcOrd="2" destOrd="0" presId="urn:microsoft.com/office/officeart/2018/2/layout/IconVerticalSolidList"/>
    <dgm:cxn modelId="{7049899E-BE77-409E-A695-DA43DEABAAC8}" type="presParOf" srcId="{E3871C37-E6DF-4EB0-B444-9EBD57C46242}" destId="{F178C134-64CC-48FD-8611-AD4AC6C7D59A}"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FB4070A-E522-48F7-8F99-5D9C6BAFBDAB}" type="doc">
      <dgm:prSet loTypeId="urn:microsoft.com/office/officeart/2005/8/layout/pyramid2" loCatId="list" qsTypeId="urn:microsoft.com/office/officeart/2005/8/quickstyle/simple1" qsCatId="simple" csTypeId="urn:microsoft.com/office/officeart/2005/8/colors/accent1_2" csCatId="accent1" phldr="1"/>
      <dgm:spPr/>
    </dgm:pt>
    <dgm:pt modelId="{1B5EA642-8DEE-4AD1-919B-924DCFD8860A}">
      <dgm:prSet phldrT="[Text]"/>
      <dgm:spPr/>
      <dgm:t>
        <a:bodyPr/>
        <a:lstStyle/>
        <a:p>
          <a:pPr>
            <a:buNone/>
          </a:pPr>
          <a:r>
            <a:rPr lang="en-US" b="1" dirty="0">
              <a:solidFill>
                <a:schemeClr val="tx1"/>
              </a:solidFill>
              <a:latin typeface="Barlow" pitchFamily="34" charset="0"/>
              <a:ea typeface="Barlow" pitchFamily="34" charset="-122"/>
              <a:cs typeface="Barlow" pitchFamily="34" charset="-120"/>
            </a:rPr>
            <a:t>Define Problem</a:t>
          </a:r>
          <a:endParaRPr lang="en-US" dirty="0">
            <a:solidFill>
              <a:schemeClr val="tx1"/>
            </a:solidFill>
          </a:endParaRPr>
        </a:p>
      </dgm:t>
    </dgm:pt>
    <dgm:pt modelId="{2E224DE3-9AE5-4E23-913A-D8768387CCE5}" type="parTrans" cxnId="{C8A62CA9-DBE4-4002-9624-48A89A86EEFA}">
      <dgm:prSet/>
      <dgm:spPr/>
      <dgm:t>
        <a:bodyPr/>
        <a:lstStyle/>
        <a:p>
          <a:endParaRPr lang="en-US"/>
        </a:p>
      </dgm:t>
    </dgm:pt>
    <dgm:pt modelId="{468C41EF-A84E-40FC-B42E-6AB11A677564}" type="sibTrans" cxnId="{C8A62CA9-DBE4-4002-9624-48A89A86EEFA}">
      <dgm:prSet/>
      <dgm:spPr/>
      <dgm:t>
        <a:bodyPr/>
        <a:lstStyle/>
        <a:p>
          <a:endParaRPr lang="en-US"/>
        </a:p>
      </dgm:t>
    </dgm:pt>
    <dgm:pt modelId="{A63188E8-A423-48D5-9A4F-07A9AF570888}">
      <dgm:prSet phldrT="[Text]"/>
      <dgm:spPr/>
      <dgm:t>
        <a:bodyPr/>
        <a:lstStyle/>
        <a:p>
          <a:pPr>
            <a:buNone/>
          </a:pPr>
          <a:r>
            <a:rPr lang="en-US" b="1" dirty="0">
              <a:solidFill>
                <a:schemeClr val="tx1"/>
              </a:solidFill>
              <a:latin typeface="Barlow" pitchFamily="34" charset="0"/>
              <a:ea typeface="Barlow" pitchFamily="34" charset="-122"/>
              <a:cs typeface="Barlow" pitchFamily="34" charset="-120"/>
            </a:rPr>
            <a:t>Gather Data</a:t>
          </a:r>
          <a:endParaRPr lang="en-US" dirty="0">
            <a:solidFill>
              <a:schemeClr val="tx1"/>
            </a:solidFill>
          </a:endParaRPr>
        </a:p>
      </dgm:t>
    </dgm:pt>
    <dgm:pt modelId="{B9D2516A-EA0A-4A93-9573-02B1CDCB1245}" type="parTrans" cxnId="{DB5DFA45-510F-4DFB-9E6C-13CADC1DCFD9}">
      <dgm:prSet/>
      <dgm:spPr/>
      <dgm:t>
        <a:bodyPr/>
        <a:lstStyle/>
        <a:p>
          <a:endParaRPr lang="en-US"/>
        </a:p>
      </dgm:t>
    </dgm:pt>
    <dgm:pt modelId="{5F78BE04-118B-4A42-B7E4-3718292F94B2}" type="sibTrans" cxnId="{DB5DFA45-510F-4DFB-9E6C-13CADC1DCFD9}">
      <dgm:prSet/>
      <dgm:spPr/>
      <dgm:t>
        <a:bodyPr/>
        <a:lstStyle/>
        <a:p>
          <a:endParaRPr lang="en-US"/>
        </a:p>
      </dgm:t>
    </dgm:pt>
    <dgm:pt modelId="{E9E37955-AFE0-4496-94CA-588ABA4DC230}">
      <dgm:prSet phldrT="[Text]"/>
      <dgm:spPr/>
      <dgm:t>
        <a:bodyPr/>
        <a:lstStyle/>
        <a:p>
          <a:pPr>
            <a:buNone/>
          </a:pPr>
          <a:r>
            <a:rPr lang="en-US" b="1" dirty="0">
              <a:solidFill>
                <a:schemeClr val="tx1"/>
              </a:solidFill>
              <a:latin typeface="Barlow" pitchFamily="34" charset="0"/>
              <a:ea typeface="Barlow" pitchFamily="34" charset="-122"/>
              <a:cs typeface="Barlow" pitchFamily="34" charset="-120"/>
            </a:rPr>
            <a:t>Identify Causes</a:t>
          </a:r>
          <a:endParaRPr lang="en-US" dirty="0">
            <a:solidFill>
              <a:schemeClr val="tx1"/>
            </a:solidFill>
          </a:endParaRPr>
        </a:p>
      </dgm:t>
    </dgm:pt>
    <dgm:pt modelId="{4E5A184E-03A9-4D26-9572-5AC5A8CFF8B0}" type="parTrans" cxnId="{5535C95E-44AC-405C-9FE6-FFD122E190F8}">
      <dgm:prSet/>
      <dgm:spPr/>
      <dgm:t>
        <a:bodyPr/>
        <a:lstStyle/>
        <a:p>
          <a:endParaRPr lang="en-US"/>
        </a:p>
      </dgm:t>
    </dgm:pt>
    <dgm:pt modelId="{58ABFA1D-1790-47C8-A29C-C3224AC0B197}" type="sibTrans" cxnId="{5535C95E-44AC-405C-9FE6-FFD122E190F8}">
      <dgm:prSet/>
      <dgm:spPr/>
      <dgm:t>
        <a:bodyPr/>
        <a:lstStyle/>
        <a:p>
          <a:endParaRPr lang="en-US"/>
        </a:p>
      </dgm:t>
    </dgm:pt>
    <dgm:pt modelId="{1E53D308-7666-4CFC-9A08-E6CB8CB79964}">
      <dgm:prSet phldrT="[Text]"/>
      <dgm:spPr/>
      <dgm:t>
        <a:bodyPr/>
        <a:lstStyle/>
        <a:p>
          <a:pPr>
            <a:buNone/>
          </a:pPr>
          <a:r>
            <a:rPr lang="en-US" b="1" dirty="0">
              <a:solidFill>
                <a:schemeClr val="tx1"/>
              </a:solidFill>
              <a:latin typeface="Barlow" pitchFamily="34" charset="0"/>
              <a:ea typeface="Barlow" pitchFamily="34" charset="-122"/>
              <a:cs typeface="Barlow" pitchFamily="34" charset="-120"/>
            </a:rPr>
            <a:t>Implement Solutions</a:t>
          </a:r>
          <a:endParaRPr lang="en-US" dirty="0">
            <a:solidFill>
              <a:schemeClr val="tx1"/>
            </a:solidFill>
          </a:endParaRPr>
        </a:p>
      </dgm:t>
    </dgm:pt>
    <dgm:pt modelId="{7794816D-31B7-457F-B9E3-8607641A5903}" type="parTrans" cxnId="{A53ED4AC-B388-4452-B8BF-288D8D5E42BE}">
      <dgm:prSet/>
      <dgm:spPr/>
      <dgm:t>
        <a:bodyPr/>
        <a:lstStyle/>
        <a:p>
          <a:endParaRPr lang="en-US"/>
        </a:p>
      </dgm:t>
    </dgm:pt>
    <dgm:pt modelId="{570E99B3-4543-408A-AC67-1C6D610C4601}" type="sibTrans" cxnId="{A53ED4AC-B388-4452-B8BF-288D8D5E42BE}">
      <dgm:prSet/>
      <dgm:spPr/>
      <dgm:t>
        <a:bodyPr/>
        <a:lstStyle/>
        <a:p>
          <a:endParaRPr lang="en-US"/>
        </a:p>
      </dgm:t>
    </dgm:pt>
    <dgm:pt modelId="{DE033CDF-8C50-44B4-ABD8-CCD0283F088D}">
      <dgm:prSet phldrT="[Text]"/>
      <dgm:spPr/>
      <dgm:t>
        <a:bodyPr/>
        <a:lstStyle/>
        <a:p>
          <a:pPr>
            <a:buNone/>
          </a:pPr>
          <a:r>
            <a:rPr lang="en-US" b="1" dirty="0">
              <a:solidFill>
                <a:schemeClr val="tx1"/>
              </a:solidFill>
              <a:latin typeface="Barlow" pitchFamily="34" charset="0"/>
              <a:ea typeface="Barlow" pitchFamily="34" charset="-122"/>
              <a:cs typeface="Barlow" pitchFamily="34" charset="-120"/>
            </a:rPr>
            <a:t>Analyze Causes</a:t>
          </a:r>
          <a:endParaRPr lang="en-US" dirty="0">
            <a:solidFill>
              <a:schemeClr val="tx1"/>
            </a:solidFill>
          </a:endParaRPr>
        </a:p>
      </dgm:t>
    </dgm:pt>
    <dgm:pt modelId="{A5BAF401-FC18-48CE-8EC4-B097B326B2D9}" type="parTrans" cxnId="{89EF7489-4E05-442A-8842-B37869C2B19E}">
      <dgm:prSet/>
      <dgm:spPr/>
      <dgm:t>
        <a:bodyPr/>
        <a:lstStyle/>
        <a:p>
          <a:endParaRPr lang="en-US"/>
        </a:p>
      </dgm:t>
    </dgm:pt>
    <dgm:pt modelId="{A57A36D7-695B-4A96-95E0-669DCCF2A288}" type="sibTrans" cxnId="{89EF7489-4E05-442A-8842-B37869C2B19E}">
      <dgm:prSet/>
      <dgm:spPr/>
      <dgm:t>
        <a:bodyPr/>
        <a:lstStyle/>
        <a:p>
          <a:endParaRPr lang="en-US"/>
        </a:p>
      </dgm:t>
    </dgm:pt>
    <dgm:pt modelId="{D9CF259F-1220-4A14-8D16-858F0D65032E}">
      <dgm:prSet phldrT="[Text]"/>
      <dgm:spPr/>
      <dgm:t>
        <a:bodyPr/>
        <a:lstStyle/>
        <a:p>
          <a:pPr>
            <a:buNone/>
          </a:pPr>
          <a:r>
            <a:rPr lang="en-US" b="1" dirty="0">
              <a:solidFill>
                <a:schemeClr val="tx1"/>
              </a:solidFill>
            </a:rPr>
            <a:t>Detect Problem</a:t>
          </a:r>
        </a:p>
      </dgm:t>
    </dgm:pt>
    <dgm:pt modelId="{700B5365-2E6E-4ACA-8929-C8B3100CB6E2}" type="parTrans" cxnId="{3F17D892-2EB7-4FBD-BE11-E51F88DD6098}">
      <dgm:prSet/>
      <dgm:spPr/>
      <dgm:t>
        <a:bodyPr/>
        <a:lstStyle/>
        <a:p>
          <a:endParaRPr lang="en-US"/>
        </a:p>
      </dgm:t>
    </dgm:pt>
    <dgm:pt modelId="{B757D614-478D-4D64-B401-126F7EC651E2}" type="sibTrans" cxnId="{3F17D892-2EB7-4FBD-BE11-E51F88DD6098}">
      <dgm:prSet/>
      <dgm:spPr/>
      <dgm:t>
        <a:bodyPr/>
        <a:lstStyle/>
        <a:p>
          <a:endParaRPr lang="en-US"/>
        </a:p>
      </dgm:t>
    </dgm:pt>
    <dgm:pt modelId="{1F4D89EF-FD7F-4855-AB30-10306FC1456B}" type="pres">
      <dgm:prSet presAssocID="{1FB4070A-E522-48F7-8F99-5D9C6BAFBDAB}" presName="compositeShape" presStyleCnt="0">
        <dgm:presLayoutVars>
          <dgm:dir/>
          <dgm:resizeHandles/>
        </dgm:presLayoutVars>
      </dgm:prSet>
      <dgm:spPr/>
    </dgm:pt>
    <dgm:pt modelId="{49BDA4DF-2069-4AAD-8013-78179F277389}" type="pres">
      <dgm:prSet presAssocID="{1FB4070A-E522-48F7-8F99-5D9C6BAFBDAB}" presName="pyramid" presStyleLbl="node1" presStyleIdx="0" presStyleCnt="1" custLinFactNeighborX="-19483" custLinFactNeighborY="3487"/>
      <dgm:spPr/>
    </dgm:pt>
    <dgm:pt modelId="{839520BA-B37B-45E5-9B06-E77D6265107D}" type="pres">
      <dgm:prSet presAssocID="{1FB4070A-E522-48F7-8F99-5D9C6BAFBDAB}" presName="theList" presStyleCnt="0"/>
      <dgm:spPr/>
    </dgm:pt>
    <dgm:pt modelId="{77F4202C-8A70-4203-A0DA-5E4F73707EF4}" type="pres">
      <dgm:prSet presAssocID="{D9CF259F-1220-4A14-8D16-858F0D65032E}" presName="aNode" presStyleLbl="fgAcc1" presStyleIdx="0" presStyleCnt="6">
        <dgm:presLayoutVars>
          <dgm:bulletEnabled val="1"/>
        </dgm:presLayoutVars>
      </dgm:prSet>
      <dgm:spPr/>
    </dgm:pt>
    <dgm:pt modelId="{CF92E633-CDFF-453A-8BB7-1570D7FA2D19}" type="pres">
      <dgm:prSet presAssocID="{D9CF259F-1220-4A14-8D16-858F0D65032E}" presName="aSpace" presStyleCnt="0"/>
      <dgm:spPr/>
    </dgm:pt>
    <dgm:pt modelId="{EDE15844-A149-4F26-BC26-1EF588BA17A4}" type="pres">
      <dgm:prSet presAssocID="{1B5EA642-8DEE-4AD1-919B-924DCFD8860A}" presName="aNode" presStyleLbl="fgAcc1" presStyleIdx="1" presStyleCnt="6">
        <dgm:presLayoutVars>
          <dgm:bulletEnabled val="1"/>
        </dgm:presLayoutVars>
      </dgm:prSet>
      <dgm:spPr/>
    </dgm:pt>
    <dgm:pt modelId="{7A5A582A-318D-4DE3-AFAC-583135463447}" type="pres">
      <dgm:prSet presAssocID="{1B5EA642-8DEE-4AD1-919B-924DCFD8860A}" presName="aSpace" presStyleCnt="0"/>
      <dgm:spPr/>
    </dgm:pt>
    <dgm:pt modelId="{BC25C358-DB0E-4E30-B63A-8B50ACA1CCFE}" type="pres">
      <dgm:prSet presAssocID="{A63188E8-A423-48D5-9A4F-07A9AF570888}" presName="aNode" presStyleLbl="fgAcc1" presStyleIdx="2" presStyleCnt="6">
        <dgm:presLayoutVars>
          <dgm:bulletEnabled val="1"/>
        </dgm:presLayoutVars>
      </dgm:prSet>
      <dgm:spPr/>
    </dgm:pt>
    <dgm:pt modelId="{775CE774-07A7-4220-A016-DC496A73ACAE}" type="pres">
      <dgm:prSet presAssocID="{A63188E8-A423-48D5-9A4F-07A9AF570888}" presName="aSpace" presStyleCnt="0"/>
      <dgm:spPr/>
    </dgm:pt>
    <dgm:pt modelId="{05168EAB-02EC-4A81-93F6-9C8E23F1D7E8}" type="pres">
      <dgm:prSet presAssocID="{E9E37955-AFE0-4496-94CA-588ABA4DC230}" presName="aNode" presStyleLbl="fgAcc1" presStyleIdx="3" presStyleCnt="6">
        <dgm:presLayoutVars>
          <dgm:bulletEnabled val="1"/>
        </dgm:presLayoutVars>
      </dgm:prSet>
      <dgm:spPr/>
    </dgm:pt>
    <dgm:pt modelId="{7C2E8269-0DC2-40B7-91F4-B04B53B14F8D}" type="pres">
      <dgm:prSet presAssocID="{E9E37955-AFE0-4496-94CA-588ABA4DC230}" presName="aSpace" presStyleCnt="0"/>
      <dgm:spPr/>
    </dgm:pt>
    <dgm:pt modelId="{7D848192-C57A-4B19-917D-A4261489B6BE}" type="pres">
      <dgm:prSet presAssocID="{DE033CDF-8C50-44B4-ABD8-CCD0283F088D}" presName="aNode" presStyleLbl="fgAcc1" presStyleIdx="4" presStyleCnt="6">
        <dgm:presLayoutVars>
          <dgm:bulletEnabled val="1"/>
        </dgm:presLayoutVars>
      </dgm:prSet>
      <dgm:spPr/>
    </dgm:pt>
    <dgm:pt modelId="{2B2157F6-BB2C-4832-AD3E-D64A494CA9A0}" type="pres">
      <dgm:prSet presAssocID="{DE033CDF-8C50-44B4-ABD8-CCD0283F088D}" presName="aSpace" presStyleCnt="0"/>
      <dgm:spPr/>
    </dgm:pt>
    <dgm:pt modelId="{618A514A-DD64-4678-ACC0-2CDB781BD28C}" type="pres">
      <dgm:prSet presAssocID="{1E53D308-7666-4CFC-9A08-E6CB8CB79964}" presName="aNode" presStyleLbl="fgAcc1" presStyleIdx="5" presStyleCnt="6">
        <dgm:presLayoutVars>
          <dgm:bulletEnabled val="1"/>
        </dgm:presLayoutVars>
      </dgm:prSet>
      <dgm:spPr/>
    </dgm:pt>
    <dgm:pt modelId="{39DD0689-02E1-4BDD-AFC3-97B82D5BC045}" type="pres">
      <dgm:prSet presAssocID="{1E53D308-7666-4CFC-9A08-E6CB8CB79964}" presName="aSpace" presStyleCnt="0"/>
      <dgm:spPr/>
    </dgm:pt>
  </dgm:ptLst>
  <dgm:cxnLst>
    <dgm:cxn modelId="{5535C95E-44AC-405C-9FE6-FFD122E190F8}" srcId="{1FB4070A-E522-48F7-8F99-5D9C6BAFBDAB}" destId="{E9E37955-AFE0-4496-94CA-588ABA4DC230}" srcOrd="3" destOrd="0" parTransId="{4E5A184E-03A9-4D26-9572-5AC5A8CFF8B0}" sibTransId="{58ABFA1D-1790-47C8-A29C-C3224AC0B197}"/>
    <dgm:cxn modelId="{DB5DFA45-510F-4DFB-9E6C-13CADC1DCFD9}" srcId="{1FB4070A-E522-48F7-8F99-5D9C6BAFBDAB}" destId="{A63188E8-A423-48D5-9A4F-07A9AF570888}" srcOrd="2" destOrd="0" parTransId="{B9D2516A-EA0A-4A93-9573-02B1CDCB1245}" sibTransId="{5F78BE04-118B-4A42-B7E4-3718292F94B2}"/>
    <dgm:cxn modelId="{9151F76A-22A7-48C0-BB8B-E1C6A37FA1AD}" type="presOf" srcId="{A63188E8-A423-48D5-9A4F-07A9AF570888}" destId="{BC25C358-DB0E-4E30-B63A-8B50ACA1CCFE}" srcOrd="0" destOrd="0" presId="urn:microsoft.com/office/officeart/2005/8/layout/pyramid2"/>
    <dgm:cxn modelId="{89EF7489-4E05-442A-8842-B37869C2B19E}" srcId="{1FB4070A-E522-48F7-8F99-5D9C6BAFBDAB}" destId="{DE033CDF-8C50-44B4-ABD8-CCD0283F088D}" srcOrd="4" destOrd="0" parTransId="{A5BAF401-FC18-48CE-8EC4-B097B326B2D9}" sibTransId="{A57A36D7-695B-4A96-95E0-669DCCF2A288}"/>
    <dgm:cxn modelId="{3F17D892-2EB7-4FBD-BE11-E51F88DD6098}" srcId="{1FB4070A-E522-48F7-8F99-5D9C6BAFBDAB}" destId="{D9CF259F-1220-4A14-8D16-858F0D65032E}" srcOrd="0" destOrd="0" parTransId="{700B5365-2E6E-4ACA-8929-C8B3100CB6E2}" sibTransId="{B757D614-478D-4D64-B401-126F7EC651E2}"/>
    <dgm:cxn modelId="{7468E395-4F1B-4389-8FF0-AEBC4A99C4AD}" type="presOf" srcId="{DE033CDF-8C50-44B4-ABD8-CCD0283F088D}" destId="{7D848192-C57A-4B19-917D-A4261489B6BE}" srcOrd="0" destOrd="0" presId="urn:microsoft.com/office/officeart/2005/8/layout/pyramid2"/>
    <dgm:cxn modelId="{C8A62CA9-DBE4-4002-9624-48A89A86EEFA}" srcId="{1FB4070A-E522-48F7-8F99-5D9C6BAFBDAB}" destId="{1B5EA642-8DEE-4AD1-919B-924DCFD8860A}" srcOrd="1" destOrd="0" parTransId="{2E224DE3-9AE5-4E23-913A-D8768387CCE5}" sibTransId="{468C41EF-A84E-40FC-B42E-6AB11A677564}"/>
    <dgm:cxn modelId="{A53ED4AC-B388-4452-B8BF-288D8D5E42BE}" srcId="{1FB4070A-E522-48F7-8F99-5D9C6BAFBDAB}" destId="{1E53D308-7666-4CFC-9A08-E6CB8CB79964}" srcOrd="5" destOrd="0" parTransId="{7794816D-31B7-457F-B9E3-8607641A5903}" sibTransId="{570E99B3-4543-408A-AC67-1C6D610C4601}"/>
    <dgm:cxn modelId="{23D2D8B6-B6C4-4DF0-BEDD-F5DD51C2E9EC}" type="presOf" srcId="{1FB4070A-E522-48F7-8F99-5D9C6BAFBDAB}" destId="{1F4D89EF-FD7F-4855-AB30-10306FC1456B}" srcOrd="0" destOrd="0" presId="urn:microsoft.com/office/officeart/2005/8/layout/pyramid2"/>
    <dgm:cxn modelId="{9E3C41CE-5334-4D2D-BD14-4BCEA445CA3C}" type="presOf" srcId="{1B5EA642-8DEE-4AD1-919B-924DCFD8860A}" destId="{EDE15844-A149-4F26-BC26-1EF588BA17A4}" srcOrd="0" destOrd="0" presId="urn:microsoft.com/office/officeart/2005/8/layout/pyramid2"/>
    <dgm:cxn modelId="{5632EDD8-DB09-4E97-AAB0-2595A14306D9}" type="presOf" srcId="{D9CF259F-1220-4A14-8D16-858F0D65032E}" destId="{77F4202C-8A70-4203-A0DA-5E4F73707EF4}" srcOrd="0" destOrd="0" presId="urn:microsoft.com/office/officeart/2005/8/layout/pyramid2"/>
    <dgm:cxn modelId="{533B73E2-13AD-4DAD-BC56-E5238518B250}" type="presOf" srcId="{1E53D308-7666-4CFC-9A08-E6CB8CB79964}" destId="{618A514A-DD64-4678-ACC0-2CDB781BD28C}" srcOrd="0" destOrd="0" presId="urn:microsoft.com/office/officeart/2005/8/layout/pyramid2"/>
    <dgm:cxn modelId="{DC80BCF2-C57A-4BA2-A9D8-C8F621364EDB}" type="presOf" srcId="{E9E37955-AFE0-4496-94CA-588ABA4DC230}" destId="{05168EAB-02EC-4A81-93F6-9C8E23F1D7E8}" srcOrd="0" destOrd="0" presId="urn:microsoft.com/office/officeart/2005/8/layout/pyramid2"/>
    <dgm:cxn modelId="{B9B33690-C98B-47C8-A51D-2C9C371AE0EF}" type="presParOf" srcId="{1F4D89EF-FD7F-4855-AB30-10306FC1456B}" destId="{49BDA4DF-2069-4AAD-8013-78179F277389}" srcOrd="0" destOrd="0" presId="urn:microsoft.com/office/officeart/2005/8/layout/pyramid2"/>
    <dgm:cxn modelId="{C4ADFDE5-3A1E-4A3F-8BF5-ADC3A95C36A2}" type="presParOf" srcId="{1F4D89EF-FD7F-4855-AB30-10306FC1456B}" destId="{839520BA-B37B-45E5-9B06-E77D6265107D}" srcOrd="1" destOrd="0" presId="urn:microsoft.com/office/officeart/2005/8/layout/pyramid2"/>
    <dgm:cxn modelId="{AD445834-8F02-484C-A16F-46B26BE9334E}" type="presParOf" srcId="{839520BA-B37B-45E5-9B06-E77D6265107D}" destId="{77F4202C-8A70-4203-A0DA-5E4F73707EF4}" srcOrd="0" destOrd="0" presId="urn:microsoft.com/office/officeart/2005/8/layout/pyramid2"/>
    <dgm:cxn modelId="{5C54E5E4-56AF-493C-B5E3-89B1E711F0E1}" type="presParOf" srcId="{839520BA-B37B-45E5-9B06-E77D6265107D}" destId="{CF92E633-CDFF-453A-8BB7-1570D7FA2D19}" srcOrd="1" destOrd="0" presId="urn:microsoft.com/office/officeart/2005/8/layout/pyramid2"/>
    <dgm:cxn modelId="{37D9E211-C3C3-4AD1-B623-3A4E3B7B0684}" type="presParOf" srcId="{839520BA-B37B-45E5-9B06-E77D6265107D}" destId="{EDE15844-A149-4F26-BC26-1EF588BA17A4}" srcOrd="2" destOrd="0" presId="urn:microsoft.com/office/officeart/2005/8/layout/pyramid2"/>
    <dgm:cxn modelId="{3D82CECC-AA0C-4812-98D8-6FF095D68729}" type="presParOf" srcId="{839520BA-B37B-45E5-9B06-E77D6265107D}" destId="{7A5A582A-318D-4DE3-AFAC-583135463447}" srcOrd="3" destOrd="0" presId="urn:microsoft.com/office/officeart/2005/8/layout/pyramid2"/>
    <dgm:cxn modelId="{F029800A-63F6-4463-9509-2BA5C7A61582}" type="presParOf" srcId="{839520BA-B37B-45E5-9B06-E77D6265107D}" destId="{BC25C358-DB0E-4E30-B63A-8B50ACA1CCFE}" srcOrd="4" destOrd="0" presId="urn:microsoft.com/office/officeart/2005/8/layout/pyramid2"/>
    <dgm:cxn modelId="{EF4EA2DA-0ACB-40D8-838D-78C18491C1CE}" type="presParOf" srcId="{839520BA-B37B-45E5-9B06-E77D6265107D}" destId="{775CE774-07A7-4220-A016-DC496A73ACAE}" srcOrd="5" destOrd="0" presId="urn:microsoft.com/office/officeart/2005/8/layout/pyramid2"/>
    <dgm:cxn modelId="{6E3C49C4-8000-49E9-ADED-022FEA0F407C}" type="presParOf" srcId="{839520BA-B37B-45E5-9B06-E77D6265107D}" destId="{05168EAB-02EC-4A81-93F6-9C8E23F1D7E8}" srcOrd="6" destOrd="0" presId="urn:microsoft.com/office/officeart/2005/8/layout/pyramid2"/>
    <dgm:cxn modelId="{1A6113A4-396E-4DD8-A0B6-CC243CF0F8AC}" type="presParOf" srcId="{839520BA-B37B-45E5-9B06-E77D6265107D}" destId="{7C2E8269-0DC2-40B7-91F4-B04B53B14F8D}" srcOrd="7" destOrd="0" presId="urn:microsoft.com/office/officeart/2005/8/layout/pyramid2"/>
    <dgm:cxn modelId="{BA6FA6C6-8E35-4DC3-8AF5-51CF47B80859}" type="presParOf" srcId="{839520BA-B37B-45E5-9B06-E77D6265107D}" destId="{7D848192-C57A-4B19-917D-A4261489B6BE}" srcOrd="8" destOrd="0" presId="urn:microsoft.com/office/officeart/2005/8/layout/pyramid2"/>
    <dgm:cxn modelId="{BBD8981A-1559-4061-8E26-EE2E29C9B034}" type="presParOf" srcId="{839520BA-B37B-45E5-9B06-E77D6265107D}" destId="{2B2157F6-BB2C-4832-AD3E-D64A494CA9A0}" srcOrd="9" destOrd="0" presId="urn:microsoft.com/office/officeart/2005/8/layout/pyramid2"/>
    <dgm:cxn modelId="{F002E25F-2CF1-415B-BBC8-55F58F1AD59C}" type="presParOf" srcId="{839520BA-B37B-45E5-9B06-E77D6265107D}" destId="{618A514A-DD64-4678-ACC0-2CDB781BD28C}" srcOrd="10" destOrd="0" presId="urn:microsoft.com/office/officeart/2005/8/layout/pyramid2"/>
    <dgm:cxn modelId="{64B7AB89-2596-456D-B352-DD90E0A5A9EB}" type="presParOf" srcId="{839520BA-B37B-45E5-9B06-E77D6265107D}" destId="{39DD0689-02E1-4BDD-AFC3-97B82D5BC045}" srcOrd="11"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EEAB73-8FE8-4E25-918A-7CE3D592828E}">
      <dsp:nvSpPr>
        <dsp:cNvPr id="0" name=""/>
        <dsp:cNvSpPr/>
      </dsp:nvSpPr>
      <dsp:spPr>
        <a:xfrm>
          <a:off x="1954856" y="2590"/>
          <a:ext cx="3720809" cy="22324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EEEFF5"/>
              </a:solidFill>
              <a:latin typeface="Barlow" pitchFamily="34" charset="0"/>
              <a:ea typeface="Barlow" pitchFamily="34" charset="-122"/>
              <a:cs typeface="Barlow" pitchFamily="34" charset="-120"/>
            </a:rPr>
            <a:t>Identify: </a:t>
          </a:r>
          <a:r>
            <a:rPr lang="en-US" sz="2800" kern="1200" dirty="0">
              <a:solidFill>
                <a:srgbClr val="EEEFF5"/>
              </a:solidFill>
              <a:latin typeface="Montserrat" pitchFamily="34" charset="0"/>
              <a:ea typeface="Montserrat" pitchFamily="34" charset="-122"/>
              <a:cs typeface="Montserrat" pitchFamily="34" charset="-120"/>
            </a:rPr>
            <a:t>Recognize potential sources of digital evidence related to an incident.</a:t>
          </a:r>
          <a:endParaRPr lang="en-US" sz="2800" kern="1200" dirty="0"/>
        </a:p>
      </dsp:txBody>
      <dsp:txXfrm>
        <a:off x="1954856" y="2590"/>
        <a:ext cx="3720809" cy="2232485"/>
      </dsp:txXfrm>
    </dsp:sp>
    <dsp:sp modelId="{4D980CF8-5195-4C7F-8835-A3CAEFACB65B}">
      <dsp:nvSpPr>
        <dsp:cNvPr id="0" name=""/>
        <dsp:cNvSpPr/>
      </dsp:nvSpPr>
      <dsp:spPr>
        <a:xfrm>
          <a:off x="6047746" y="2590"/>
          <a:ext cx="3720809" cy="22324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EEEFF5"/>
              </a:solidFill>
              <a:latin typeface="Barlow" pitchFamily="34" charset="0"/>
              <a:ea typeface="Barlow" pitchFamily="34" charset="-122"/>
              <a:cs typeface="Barlow" pitchFamily="34" charset="-120"/>
            </a:rPr>
            <a:t>Present: </a:t>
          </a:r>
          <a:r>
            <a:rPr lang="en-US" sz="2800" kern="1200" dirty="0">
              <a:solidFill>
                <a:srgbClr val="EEEFF5"/>
              </a:solidFill>
              <a:latin typeface="Montserrat" pitchFamily="34" charset="0"/>
              <a:ea typeface="Montserrat" pitchFamily="34" charset="-122"/>
              <a:cs typeface="Montserrat" pitchFamily="34" charset="-120"/>
            </a:rPr>
            <a:t>Report findings in a clear, concise manner for legal or organizational use.</a:t>
          </a:r>
          <a:endParaRPr lang="en-US" sz="2800" kern="1200" dirty="0"/>
        </a:p>
      </dsp:txBody>
      <dsp:txXfrm>
        <a:off x="6047746" y="2590"/>
        <a:ext cx="3720809" cy="2232485"/>
      </dsp:txXfrm>
    </dsp:sp>
    <dsp:sp modelId="{EF2AC802-2F61-40CD-BA67-328149B715E7}">
      <dsp:nvSpPr>
        <dsp:cNvPr id="0" name=""/>
        <dsp:cNvSpPr/>
      </dsp:nvSpPr>
      <dsp:spPr>
        <a:xfrm>
          <a:off x="1954856" y="2607156"/>
          <a:ext cx="3720809" cy="22324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EEEFF5"/>
              </a:solidFill>
              <a:latin typeface="Barlow" pitchFamily="34" charset="0"/>
              <a:ea typeface="Barlow" pitchFamily="34" charset="-122"/>
              <a:cs typeface="Barlow" pitchFamily="34" charset="-120"/>
            </a:rPr>
            <a:t>Preserve: </a:t>
          </a:r>
          <a:r>
            <a:rPr lang="en-US" sz="2800" kern="1200" dirty="0">
              <a:solidFill>
                <a:srgbClr val="EEEFF5"/>
              </a:solidFill>
              <a:latin typeface="Montserrat" pitchFamily="34" charset="0"/>
              <a:ea typeface="Montserrat" pitchFamily="34" charset="-122"/>
              <a:cs typeface="Montserrat" pitchFamily="34" charset="-120"/>
            </a:rPr>
            <a:t>Secure and protect digital evidence to maintain its integrity.</a:t>
          </a:r>
          <a:endParaRPr lang="en-US" sz="2800" kern="1200" dirty="0"/>
        </a:p>
      </dsp:txBody>
      <dsp:txXfrm>
        <a:off x="1954856" y="2607156"/>
        <a:ext cx="3720809" cy="2232485"/>
      </dsp:txXfrm>
    </dsp:sp>
    <dsp:sp modelId="{87632C15-1E13-4AD2-91B6-0455B830B5EA}">
      <dsp:nvSpPr>
        <dsp:cNvPr id="0" name=""/>
        <dsp:cNvSpPr/>
      </dsp:nvSpPr>
      <dsp:spPr>
        <a:xfrm>
          <a:off x="6047746" y="2607156"/>
          <a:ext cx="3720809" cy="22324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EEEFF5"/>
              </a:solidFill>
              <a:latin typeface="Barlow" pitchFamily="34" charset="0"/>
              <a:ea typeface="Barlow" pitchFamily="34" charset="-122"/>
              <a:cs typeface="Barlow" pitchFamily="34" charset="-120"/>
            </a:rPr>
            <a:t>Analyze: </a:t>
          </a:r>
          <a:r>
            <a:rPr lang="en-US" sz="2800" kern="1200" dirty="0">
              <a:solidFill>
                <a:srgbClr val="EEEFF5"/>
              </a:solidFill>
              <a:latin typeface="Montserrat" pitchFamily="34" charset="0"/>
              <a:ea typeface="Montserrat" pitchFamily="34" charset="-122"/>
              <a:cs typeface="Montserrat" pitchFamily="34" charset="-120"/>
            </a:rPr>
            <a:t>Examine collected data to extract relevant information and draw conclusions.</a:t>
          </a:r>
          <a:endParaRPr lang="en-US" sz="2800" kern="1200" dirty="0"/>
        </a:p>
      </dsp:txBody>
      <dsp:txXfrm>
        <a:off x="6047746" y="2607156"/>
        <a:ext cx="3720809" cy="22324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B969E0-3E5C-48CD-BE2D-38EED8945A43}">
      <dsp:nvSpPr>
        <dsp:cNvPr id="0" name=""/>
        <dsp:cNvSpPr/>
      </dsp:nvSpPr>
      <dsp:spPr>
        <a:xfrm>
          <a:off x="3971" y="0"/>
          <a:ext cx="3602636" cy="3225724"/>
        </a:xfrm>
        <a:prstGeom prst="roundRect">
          <a:avLst>
            <a:gd name="adj" fmla="val 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8867" rIns="102235" bIns="0" numCol="1" spcCol="1270" anchor="t" anchorCtr="0">
          <a:noAutofit/>
        </a:bodyPr>
        <a:lstStyle/>
        <a:p>
          <a:pPr marL="0" lvl="0" indent="0" algn="r" defTabSz="1022350">
            <a:lnSpc>
              <a:spcPct val="90000"/>
            </a:lnSpc>
            <a:spcBef>
              <a:spcPct val="0"/>
            </a:spcBef>
            <a:spcAft>
              <a:spcPct val="35000"/>
            </a:spcAft>
            <a:buNone/>
          </a:pPr>
          <a:r>
            <a:rPr lang="en-US" sz="2300" b="1" kern="1200" dirty="0">
              <a:solidFill>
                <a:srgbClr val="EEEFF5"/>
              </a:solidFill>
              <a:latin typeface="Barlow" pitchFamily="34" charset="0"/>
              <a:ea typeface="Barlow" pitchFamily="34" charset="-122"/>
              <a:cs typeface="Barlow" pitchFamily="34" charset="-120"/>
            </a:rPr>
            <a:t>Anomaly Detection</a:t>
          </a:r>
          <a:endParaRPr lang="en-US" sz="2300" kern="1200" dirty="0"/>
        </a:p>
      </dsp:txBody>
      <dsp:txXfrm rot="16200000">
        <a:off x="-958311" y="962283"/>
        <a:ext cx="2645093" cy="720527"/>
      </dsp:txXfrm>
    </dsp:sp>
    <dsp:sp modelId="{BA0BB643-D463-43CA-B724-960EE3E20D0E}">
      <dsp:nvSpPr>
        <dsp:cNvPr id="0" name=""/>
        <dsp:cNvSpPr/>
      </dsp:nvSpPr>
      <dsp:spPr>
        <a:xfrm>
          <a:off x="724498" y="0"/>
          <a:ext cx="2683963" cy="322572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06299" rIns="0" bIns="0" numCol="1" spcCol="1270" anchor="t" anchorCtr="0">
          <a:noAutofit/>
        </a:bodyPr>
        <a:lstStyle/>
        <a:p>
          <a:pPr marL="0" lvl="0" indent="0" algn="l" defTabSz="1377950">
            <a:lnSpc>
              <a:spcPct val="90000"/>
            </a:lnSpc>
            <a:spcBef>
              <a:spcPct val="0"/>
            </a:spcBef>
            <a:spcAft>
              <a:spcPct val="35000"/>
            </a:spcAft>
            <a:buNone/>
          </a:pPr>
          <a:r>
            <a:rPr lang="en-US" sz="3100" kern="1200" dirty="0">
              <a:solidFill>
                <a:srgbClr val="EEEFF5"/>
              </a:solidFill>
              <a:latin typeface="Montserrat" pitchFamily="34" charset="0"/>
              <a:ea typeface="Montserrat" pitchFamily="34" charset="-122"/>
              <a:cs typeface="Montserrat" pitchFamily="34" charset="-120"/>
            </a:rPr>
            <a:t>Identify patterns that deviate from normal system behavior.</a:t>
          </a:r>
          <a:endParaRPr lang="en-US" sz="3100" kern="1200" dirty="0"/>
        </a:p>
      </dsp:txBody>
      <dsp:txXfrm>
        <a:off x="724498" y="0"/>
        <a:ext cx="2683963" cy="3225724"/>
      </dsp:txXfrm>
    </dsp:sp>
    <dsp:sp modelId="{BD235ED6-CF0B-4439-8875-A98CF0FBD780}">
      <dsp:nvSpPr>
        <dsp:cNvPr id="0" name=""/>
        <dsp:cNvSpPr/>
      </dsp:nvSpPr>
      <dsp:spPr>
        <a:xfrm>
          <a:off x="3729565" y="0"/>
          <a:ext cx="3602636" cy="3225724"/>
        </a:xfrm>
        <a:prstGeom prst="roundRect">
          <a:avLst>
            <a:gd name="adj" fmla="val 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8867" rIns="102235" bIns="0" numCol="1" spcCol="1270" anchor="t" anchorCtr="0">
          <a:noAutofit/>
        </a:bodyPr>
        <a:lstStyle/>
        <a:p>
          <a:pPr marL="0" lvl="0" indent="0" algn="r" defTabSz="1022350">
            <a:lnSpc>
              <a:spcPct val="90000"/>
            </a:lnSpc>
            <a:spcBef>
              <a:spcPct val="0"/>
            </a:spcBef>
            <a:spcAft>
              <a:spcPct val="35000"/>
            </a:spcAft>
            <a:buNone/>
          </a:pPr>
          <a:r>
            <a:rPr lang="en-US" sz="2300" b="1" kern="1200" dirty="0">
              <a:solidFill>
                <a:srgbClr val="EEEFF5"/>
              </a:solidFill>
              <a:latin typeface="Barlow" pitchFamily="34" charset="0"/>
              <a:ea typeface="Barlow" pitchFamily="34" charset="-122"/>
              <a:cs typeface="Barlow" pitchFamily="34" charset="-120"/>
            </a:rPr>
            <a:t>Security Monitoring</a:t>
          </a:r>
          <a:endParaRPr lang="en-US" sz="2300" kern="1200" dirty="0"/>
        </a:p>
      </dsp:txBody>
      <dsp:txXfrm rot="16200000">
        <a:off x="2767282" y="962283"/>
        <a:ext cx="2645093" cy="720527"/>
      </dsp:txXfrm>
    </dsp:sp>
    <dsp:sp modelId="{328DDD40-B932-4DAD-92CA-3F4D2E5E712B}">
      <dsp:nvSpPr>
        <dsp:cNvPr id="0" name=""/>
        <dsp:cNvSpPr/>
      </dsp:nvSpPr>
      <dsp:spPr>
        <a:xfrm rot="5400000">
          <a:off x="3510598" y="2494568"/>
          <a:ext cx="473959" cy="540395"/>
        </a:xfrm>
        <a:prstGeom prst="flowChartExtra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754EE81-772B-4448-BE63-AF60A02FA078}">
      <dsp:nvSpPr>
        <dsp:cNvPr id="0" name=""/>
        <dsp:cNvSpPr/>
      </dsp:nvSpPr>
      <dsp:spPr>
        <a:xfrm>
          <a:off x="4450092" y="0"/>
          <a:ext cx="2683963" cy="322572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06299" rIns="0" bIns="0" numCol="1" spcCol="1270" anchor="t" anchorCtr="0">
          <a:noAutofit/>
        </a:bodyPr>
        <a:lstStyle/>
        <a:p>
          <a:pPr marL="0" lvl="0" indent="0" algn="l" defTabSz="1377950">
            <a:lnSpc>
              <a:spcPct val="90000"/>
            </a:lnSpc>
            <a:spcBef>
              <a:spcPct val="0"/>
            </a:spcBef>
            <a:spcAft>
              <a:spcPct val="35000"/>
            </a:spcAft>
            <a:buNone/>
          </a:pPr>
          <a:r>
            <a:rPr lang="en-US" sz="3100" kern="1200" dirty="0">
              <a:solidFill>
                <a:srgbClr val="EEEFF5"/>
              </a:solidFill>
              <a:latin typeface="Montserrat" pitchFamily="34" charset="0"/>
              <a:ea typeface="Montserrat" pitchFamily="34" charset="-122"/>
              <a:cs typeface="Montserrat" pitchFamily="34" charset="-120"/>
            </a:rPr>
            <a:t>Continuously observe network traffic and system logs for potential threats.</a:t>
          </a:r>
          <a:endParaRPr lang="en-US" sz="3100" kern="1200" dirty="0"/>
        </a:p>
      </dsp:txBody>
      <dsp:txXfrm>
        <a:off x="4450092" y="0"/>
        <a:ext cx="2683963" cy="3225724"/>
      </dsp:txXfrm>
    </dsp:sp>
    <dsp:sp modelId="{392C0430-4949-48A3-B74B-286B7D2C0AEE}">
      <dsp:nvSpPr>
        <dsp:cNvPr id="0" name=""/>
        <dsp:cNvSpPr/>
      </dsp:nvSpPr>
      <dsp:spPr>
        <a:xfrm>
          <a:off x="7458293" y="0"/>
          <a:ext cx="3602636" cy="3225724"/>
        </a:xfrm>
        <a:prstGeom prst="roundRect">
          <a:avLst>
            <a:gd name="adj" fmla="val 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8867" rIns="102235" bIns="0" numCol="1" spcCol="1270" anchor="t" anchorCtr="0">
          <a:noAutofit/>
        </a:bodyPr>
        <a:lstStyle/>
        <a:p>
          <a:pPr marL="0" lvl="0" indent="0" algn="r" defTabSz="1022350">
            <a:lnSpc>
              <a:spcPct val="90000"/>
            </a:lnSpc>
            <a:spcBef>
              <a:spcPct val="0"/>
            </a:spcBef>
            <a:spcAft>
              <a:spcPct val="35000"/>
            </a:spcAft>
            <a:buNone/>
          </a:pPr>
          <a:r>
            <a:rPr lang="en-US" sz="2300" b="1" kern="1200" dirty="0">
              <a:solidFill>
                <a:srgbClr val="EEEFF5"/>
              </a:solidFill>
              <a:latin typeface="Barlow" pitchFamily="34" charset="0"/>
              <a:ea typeface="Barlow" pitchFamily="34" charset="-122"/>
              <a:cs typeface="Barlow" pitchFamily="34" charset="-120"/>
            </a:rPr>
            <a:t>User Reports</a:t>
          </a:r>
          <a:endParaRPr lang="en-US" sz="2300" kern="1200" dirty="0"/>
        </a:p>
      </dsp:txBody>
      <dsp:txXfrm rot="16200000">
        <a:off x="6496010" y="962283"/>
        <a:ext cx="2645093" cy="720527"/>
      </dsp:txXfrm>
    </dsp:sp>
    <dsp:sp modelId="{423D130E-DC83-4010-9D13-240883E08D34}">
      <dsp:nvSpPr>
        <dsp:cNvPr id="0" name=""/>
        <dsp:cNvSpPr/>
      </dsp:nvSpPr>
      <dsp:spPr>
        <a:xfrm rot="5400000">
          <a:off x="7239326" y="2494568"/>
          <a:ext cx="473959" cy="540395"/>
        </a:xfrm>
        <a:prstGeom prst="flowChartExtra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09409A-454A-4D6A-82E8-55289BD1E7F0}">
      <dsp:nvSpPr>
        <dsp:cNvPr id="0" name=""/>
        <dsp:cNvSpPr/>
      </dsp:nvSpPr>
      <dsp:spPr>
        <a:xfrm>
          <a:off x="8178820" y="0"/>
          <a:ext cx="2683963" cy="322572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06299" rIns="0" bIns="0" numCol="1" spcCol="1270" anchor="t" anchorCtr="0">
          <a:noAutofit/>
        </a:bodyPr>
        <a:lstStyle/>
        <a:p>
          <a:pPr marL="0" lvl="0" indent="0" algn="l" defTabSz="1377950">
            <a:lnSpc>
              <a:spcPct val="90000"/>
            </a:lnSpc>
            <a:spcBef>
              <a:spcPct val="0"/>
            </a:spcBef>
            <a:spcAft>
              <a:spcPct val="35000"/>
            </a:spcAft>
            <a:buNone/>
          </a:pPr>
          <a:r>
            <a:rPr lang="en-US" sz="3100" kern="1200" dirty="0">
              <a:solidFill>
                <a:srgbClr val="EEEFF5"/>
              </a:solidFill>
              <a:latin typeface="Montserrat" pitchFamily="34" charset="0"/>
              <a:ea typeface="Montserrat" pitchFamily="34" charset="-122"/>
              <a:cs typeface="Montserrat" pitchFamily="34" charset="-120"/>
            </a:rPr>
            <a:t>Encourage and act on incident reports from system users.</a:t>
          </a:r>
          <a:endParaRPr lang="en-US" sz="3100" kern="1200" dirty="0"/>
        </a:p>
      </dsp:txBody>
      <dsp:txXfrm>
        <a:off x="8178820" y="0"/>
        <a:ext cx="2683963" cy="32257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255487-D5EC-42AA-8864-D7FA3FA49C59}">
      <dsp:nvSpPr>
        <dsp:cNvPr id="0" name=""/>
        <dsp:cNvSpPr/>
      </dsp:nvSpPr>
      <dsp:spPr>
        <a:xfrm>
          <a:off x="535" y="2118337"/>
          <a:ext cx="3315559" cy="1555230"/>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EEEFF5"/>
              </a:solidFill>
              <a:latin typeface="Montserrat" pitchFamily="34" charset="0"/>
              <a:ea typeface="Montserrat" pitchFamily="34" charset="-122"/>
              <a:cs typeface="Montserrat" pitchFamily="34" charset="-120"/>
            </a:rPr>
            <a:t>Isolate affected systems to prevent further tampering or data loss.</a:t>
          </a:r>
          <a:endParaRPr lang="en-US" sz="2000" kern="1200" dirty="0"/>
        </a:p>
      </dsp:txBody>
      <dsp:txXfrm>
        <a:off x="535" y="2118337"/>
        <a:ext cx="2926752" cy="1555230"/>
      </dsp:txXfrm>
    </dsp:sp>
    <dsp:sp modelId="{1C110C02-2947-4AB4-BADE-1ED0C808AD01}">
      <dsp:nvSpPr>
        <dsp:cNvPr id="0" name=""/>
        <dsp:cNvSpPr/>
      </dsp:nvSpPr>
      <dsp:spPr>
        <a:xfrm>
          <a:off x="2816319" y="2118337"/>
          <a:ext cx="3389751" cy="155523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EEEFF5"/>
              </a:solidFill>
              <a:latin typeface="Montserrat" pitchFamily="34" charset="0"/>
              <a:ea typeface="Montserrat" pitchFamily="34" charset="-122"/>
              <a:cs typeface="Montserrat" pitchFamily="34" charset="-120"/>
            </a:rPr>
            <a:t>Record all actions taken during the evidence-collection process.</a:t>
          </a:r>
          <a:endParaRPr lang="en-US" sz="2000" kern="1200" dirty="0"/>
        </a:p>
      </dsp:txBody>
      <dsp:txXfrm>
        <a:off x="3593934" y="2118337"/>
        <a:ext cx="1834521" cy="1555230"/>
      </dsp:txXfrm>
    </dsp:sp>
    <dsp:sp modelId="{461CBC84-2DD2-4C5A-AFAB-543A4D2C3384}">
      <dsp:nvSpPr>
        <dsp:cNvPr id="0" name=""/>
        <dsp:cNvSpPr/>
      </dsp:nvSpPr>
      <dsp:spPr>
        <a:xfrm>
          <a:off x="5706295" y="2110450"/>
          <a:ext cx="3791670" cy="1571003"/>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EEEFF5"/>
              </a:solidFill>
              <a:latin typeface="Montserrat" pitchFamily="34" charset="0"/>
              <a:ea typeface="Montserrat" pitchFamily="34" charset="-122"/>
              <a:cs typeface="Montserrat" pitchFamily="34" charset="-120"/>
            </a:rPr>
            <a:t>Employ specialized software to create exact copies of digital evidence.</a:t>
          </a:r>
          <a:endParaRPr lang="en-US" sz="2000" kern="1200" dirty="0"/>
        </a:p>
      </dsp:txBody>
      <dsp:txXfrm>
        <a:off x="6491797" y="2110450"/>
        <a:ext cx="2220667" cy="1571003"/>
      </dsp:txXfrm>
    </dsp:sp>
    <dsp:sp modelId="{BECBD357-D7F4-4E1F-934F-E1B5A78CCE97}">
      <dsp:nvSpPr>
        <dsp:cNvPr id="0" name=""/>
        <dsp:cNvSpPr/>
      </dsp:nvSpPr>
      <dsp:spPr>
        <a:xfrm>
          <a:off x="8998190" y="2110450"/>
          <a:ext cx="3684543" cy="1571003"/>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EEEFF5"/>
              </a:solidFill>
              <a:latin typeface="Montserrat" pitchFamily="34" charset="0"/>
              <a:ea typeface="Montserrat" pitchFamily="34" charset="-122"/>
              <a:cs typeface="Montserrat" pitchFamily="34" charset="-120"/>
            </a:rPr>
            <a:t>Track who has handled the evidence at every step of the process.</a:t>
          </a:r>
          <a:endParaRPr lang="en-US" sz="2000" kern="1200" dirty="0"/>
        </a:p>
      </dsp:txBody>
      <dsp:txXfrm>
        <a:off x="9783692" y="2110450"/>
        <a:ext cx="2113540" cy="15710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2AA384-0C5D-4B56-AEBE-78E6147932CF}">
      <dsp:nvSpPr>
        <dsp:cNvPr id="0" name=""/>
        <dsp:cNvSpPr/>
      </dsp:nvSpPr>
      <dsp:spPr>
        <a:xfrm>
          <a:off x="2541485" y="636914"/>
          <a:ext cx="2483547" cy="292501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889000">
            <a:lnSpc>
              <a:spcPct val="90000"/>
            </a:lnSpc>
            <a:spcBef>
              <a:spcPct val="0"/>
            </a:spcBef>
            <a:spcAft>
              <a:spcPct val="15000"/>
            </a:spcAft>
            <a:buSzPct val="100000"/>
            <a:buChar char="•"/>
          </a:pPr>
          <a:r>
            <a:rPr lang="en-US" sz="2000" kern="1200" dirty="0">
              <a:solidFill>
                <a:schemeClr val="tx1"/>
              </a:solidFill>
              <a:latin typeface="Montserrat" pitchFamily="34" charset="0"/>
              <a:ea typeface="Montserrat" pitchFamily="34" charset="-122"/>
              <a:cs typeface="Montserrat" pitchFamily="34" charset="-120"/>
            </a:rPr>
            <a:t>Use write-blockers to prevent data alteration</a:t>
          </a:r>
          <a:endParaRPr lang="en-US" sz="2000" kern="1200" dirty="0">
            <a:solidFill>
              <a:schemeClr val="tx1"/>
            </a:solidFill>
          </a:endParaRPr>
        </a:p>
        <a:p>
          <a:pPr marL="228600" lvl="1" indent="-228600" algn="l" defTabSz="889000">
            <a:lnSpc>
              <a:spcPct val="90000"/>
            </a:lnSpc>
            <a:spcBef>
              <a:spcPct val="0"/>
            </a:spcBef>
            <a:spcAft>
              <a:spcPct val="15000"/>
            </a:spcAft>
            <a:buSzPct val="100000"/>
            <a:buChar char="•"/>
          </a:pPr>
          <a:r>
            <a:rPr lang="en-US" sz="2000" kern="1200" dirty="0">
              <a:solidFill>
                <a:schemeClr val="tx1"/>
              </a:solidFill>
              <a:latin typeface="Montserrat" pitchFamily="34" charset="0"/>
              <a:ea typeface="Montserrat" pitchFamily="34" charset="-122"/>
              <a:cs typeface="Montserrat" pitchFamily="34" charset="-120"/>
            </a:rPr>
            <a:t>Verify image integrity with hash values</a:t>
          </a:r>
          <a:endParaRPr lang="en-US" sz="2000" kern="1200" dirty="0">
            <a:solidFill>
              <a:schemeClr val="tx1"/>
            </a:solidFill>
          </a:endParaRPr>
        </a:p>
      </dsp:txBody>
      <dsp:txXfrm>
        <a:off x="2608798" y="704227"/>
        <a:ext cx="2348921" cy="2163598"/>
      </dsp:txXfrm>
    </dsp:sp>
    <dsp:sp modelId="{90A7671A-3DF0-4ED1-A4DD-80A719A53E8F}">
      <dsp:nvSpPr>
        <dsp:cNvPr id="0" name=""/>
        <dsp:cNvSpPr/>
      </dsp:nvSpPr>
      <dsp:spPr>
        <a:xfrm>
          <a:off x="3592527" y="1348183"/>
          <a:ext cx="3419449" cy="3419449"/>
        </a:xfrm>
        <a:prstGeom prst="leftCircularArrow">
          <a:avLst>
            <a:gd name="adj1" fmla="val 4565"/>
            <a:gd name="adj2" fmla="val 581152"/>
            <a:gd name="adj3" fmla="val 1752086"/>
            <a:gd name="adj4" fmla="val 8419912"/>
            <a:gd name="adj5" fmla="val 532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E8C13EC-59B7-4483-8919-7FBD54AE224F}">
      <dsp:nvSpPr>
        <dsp:cNvPr id="0" name=""/>
        <dsp:cNvSpPr/>
      </dsp:nvSpPr>
      <dsp:spPr>
        <a:xfrm>
          <a:off x="3009319" y="3160907"/>
          <a:ext cx="2214040" cy="8804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Barlow" pitchFamily="34" charset="0"/>
              <a:ea typeface="Barlow" pitchFamily="34" charset="-122"/>
              <a:cs typeface="Barlow" pitchFamily="34" charset="-120"/>
            </a:rPr>
            <a:t>Forensic Imaging</a:t>
          </a:r>
          <a:endParaRPr lang="en-US" sz="2000" kern="1200" dirty="0">
            <a:solidFill>
              <a:schemeClr val="tx1"/>
            </a:solidFill>
          </a:endParaRPr>
        </a:p>
      </dsp:txBody>
      <dsp:txXfrm>
        <a:off x="3035107" y="3186695"/>
        <a:ext cx="2162464" cy="828874"/>
      </dsp:txXfrm>
    </dsp:sp>
    <dsp:sp modelId="{1F85B213-359F-4472-A679-5B2477412C55}">
      <dsp:nvSpPr>
        <dsp:cNvPr id="0" name=""/>
        <dsp:cNvSpPr/>
      </dsp:nvSpPr>
      <dsp:spPr>
        <a:xfrm>
          <a:off x="6156992" y="449742"/>
          <a:ext cx="2274121" cy="32931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889000">
            <a:lnSpc>
              <a:spcPct val="90000"/>
            </a:lnSpc>
            <a:spcBef>
              <a:spcPct val="0"/>
            </a:spcBef>
            <a:spcAft>
              <a:spcPct val="15000"/>
            </a:spcAft>
            <a:buSzPct val="100000"/>
            <a:buChar char="•"/>
          </a:pPr>
          <a:r>
            <a:rPr lang="en-US" sz="2000" kern="1200" dirty="0">
              <a:solidFill>
                <a:schemeClr val="tx1"/>
              </a:solidFill>
              <a:latin typeface="Montserrat" pitchFamily="34" charset="0"/>
              <a:ea typeface="Montserrat" pitchFamily="34" charset="-122"/>
              <a:cs typeface="Montserrat" pitchFamily="34" charset="-120"/>
            </a:rPr>
            <a:t>Log all transfers and access to evidence</a:t>
          </a:r>
          <a:endParaRPr lang="en-US" sz="2000" kern="1200" dirty="0">
            <a:solidFill>
              <a:schemeClr val="tx1"/>
            </a:solidFill>
          </a:endParaRPr>
        </a:p>
        <a:p>
          <a:pPr marL="228600" lvl="1" indent="-228600" algn="l" defTabSz="889000">
            <a:lnSpc>
              <a:spcPct val="90000"/>
            </a:lnSpc>
            <a:spcBef>
              <a:spcPct val="0"/>
            </a:spcBef>
            <a:spcAft>
              <a:spcPct val="15000"/>
            </a:spcAft>
            <a:buSzPct val="100000"/>
            <a:buChar char="•"/>
          </a:pPr>
          <a:r>
            <a:rPr lang="en-US" sz="2000" kern="1200" dirty="0">
              <a:solidFill>
                <a:schemeClr val="tx1"/>
              </a:solidFill>
              <a:latin typeface="Montserrat" pitchFamily="34" charset="0"/>
              <a:ea typeface="Montserrat" pitchFamily="34" charset="-122"/>
              <a:cs typeface="Montserrat" pitchFamily="34" charset="-120"/>
            </a:rPr>
            <a:t>Use tamper-evident seals and secure storage</a:t>
          </a:r>
          <a:endParaRPr lang="en-US" sz="2000" kern="1200" dirty="0">
            <a:solidFill>
              <a:schemeClr val="tx1"/>
            </a:solidFill>
          </a:endParaRPr>
        </a:p>
      </dsp:txBody>
      <dsp:txXfrm>
        <a:off x="6223599" y="1222021"/>
        <a:ext cx="2140907" cy="2454251"/>
      </dsp:txXfrm>
    </dsp:sp>
    <dsp:sp modelId="{09AC8BC8-0D4E-4A2F-8299-A95E5CD057C7}">
      <dsp:nvSpPr>
        <dsp:cNvPr id="0" name=""/>
        <dsp:cNvSpPr/>
      </dsp:nvSpPr>
      <dsp:spPr>
        <a:xfrm>
          <a:off x="7397758" y="-533610"/>
          <a:ext cx="3416060" cy="3416060"/>
        </a:xfrm>
        <a:prstGeom prst="circularArrow">
          <a:avLst>
            <a:gd name="adj1" fmla="val 4569"/>
            <a:gd name="adj2" fmla="val 581793"/>
            <a:gd name="adj3" fmla="val 19754559"/>
            <a:gd name="adj4" fmla="val 13087374"/>
            <a:gd name="adj5" fmla="val 533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36EF4CB-215D-4A7D-9A36-85C38E1468A5}">
      <dsp:nvSpPr>
        <dsp:cNvPr id="0" name=""/>
        <dsp:cNvSpPr/>
      </dsp:nvSpPr>
      <dsp:spPr>
        <a:xfrm>
          <a:off x="6788100" y="224352"/>
          <a:ext cx="2214040" cy="8804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Barlow" pitchFamily="34" charset="0"/>
              <a:ea typeface="Barlow" pitchFamily="34" charset="-122"/>
              <a:cs typeface="Barlow" pitchFamily="34" charset="-120"/>
            </a:rPr>
            <a:t>Chain of Custody</a:t>
          </a:r>
          <a:endParaRPr lang="en-US" sz="2000" kern="1200" dirty="0">
            <a:solidFill>
              <a:schemeClr val="tx1"/>
            </a:solidFill>
          </a:endParaRPr>
        </a:p>
      </dsp:txBody>
      <dsp:txXfrm>
        <a:off x="6813888" y="250140"/>
        <a:ext cx="2162464" cy="828874"/>
      </dsp:txXfrm>
    </dsp:sp>
    <dsp:sp modelId="{4263B9DC-49A5-4703-9FC7-BE1931ABFE2B}">
      <dsp:nvSpPr>
        <dsp:cNvPr id="0" name=""/>
        <dsp:cNvSpPr/>
      </dsp:nvSpPr>
      <dsp:spPr>
        <a:xfrm>
          <a:off x="9559448" y="543709"/>
          <a:ext cx="2490795" cy="310520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889000">
            <a:lnSpc>
              <a:spcPct val="90000"/>
            </a:lnSpc>
            <a:spcBef>
              <a:spcPct val="0"/>
            </a:spcBef>
            <a:spcAft>
              <a:spcPct val="15000"/>
            </a:spcAft>
            <a:buSzPct val="100000"/>
            <a:buChar char="•"/>
          </a:pPr>
          <a:r>
            <a:rPr lang="en-US" sz="2000" kern="1200" dirty="0">
              <a:solidFill>
                <a:schemeClr val="tx1"/>
              </a:solidFill>
              <a:latin typeface="Montserrat" pitchFamily="34" charset="0"/>
              <a:ea typeface="Montserrat" pitchFamily="34" charset="-122"/>
              <a:cs typeface="Montserrat" pitchFamily="34" charset="-120"/>
            </a:rPr>
            <a:t>Use proper storage media and conditions</a:t>
          </a:r>
          <a:endParaRPr lang="en-US" sz="2000" kern="1200" dirty="0">
            <a:solidFill>
              <a:schemeClr val="tx1"/>
            </a:solidFill>
          </a:endParaRPr>
        </a:p>
        <a:p>
          <a:pPr marL="228600" lvl="1" indent="-228600" algn="l" defTabSz="889000">
            <a:lnSpc>
              <a:spcPct val="90000"/>
            </a:lnSpc>
            <a:spcBef>
              <a:spcPct val="0"/>
            </a:spcBef>
            <a:spcAft>
              <a:spcPct val="15000"/>
            </a:spcAft>
            <a:buSzPct val="100000"/>
            <a:buChar char="•"/>
          </a:pPr>
          <a:r>
            <a:rPr lang="en-US" sz="2000" kern="1200" dirty="0">
              <a:solidFill>
                <a:schemeClr val="tx1"/>
              </a:solidFill>
              <a:latin typeface="Montserrat" pitchFamily="34" charset="0"/>
              <a:ea typeface="Montserrat" pitchFamily="34" charset="-122"/>
              <a:cs typeface="Montserrat" pitchFamily="34" charset="-120"/>
            </a:rPr>
            <a:t>Create multiple backups of critical evidence</a:t>
          </a:r>
          <a:endParaRPr lang="en-US" sz="2000" kern="1200" dirty="0">
            <a:solidFill>
              <a:schemeClr val="tx1"/>
            </a:solidFill>
          </a:endParaRPr>
        </a:p>
      </dsp:txBody>
      <dsp:txXfrm>
        <a:off x="9630907" y="615168"/>
        <a:ext cx="2347877" cy="2296884"/>
      </dsp:txXfrm>
    </dsp:sp>
    <dsp:sp modelId="{CB1E95BA-327E-4455-9356-5F755A21246E}">
      <dsp:nvSpPr>
        <dsp:cNvPr id="0" name=""/>
        <dsp:cNvSpPr/>
      </dsp:nvSpPr>
      <dsp:spPr>
        <a:xfrm>
          <a:off x="11537140" y="3160905"/>
          <a:ext cx="2214040" cy="8804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Barlow" pitchFamily="34" charset="0"/>
              <a:ea typeface="Barlow" pitchFamily="34" charset="-122"/>
              <a:cs typeface="Barlow" pitchFamily="34" charset="-120"/>
            </a:rPr>
            <a:t>Data Preservation</a:t>
          </a:r>
          <a:endParaRPr lang="en-US" sz="2000" kern="1200" dirty="0">
            <a:solidFill>
              <a:schemeClr val="tx1"/>
            </a:solidFill>
          </a:endParaRPr>
        </a:p>
      </dsp:txBody>
      <dsp:txXfrm>
        <a:off x="11562928" y="3186693"/>
        <a:ext cx="2162464" cy="8288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C24782-E00A-479A-AA17-BA0AF820FDC8}">
      <dsp:nvSpPr>
        <dsp:cNvPr id="0" name=""/>
        <dsp:cNvSpPr/>
      </dsp:nvSpPr>
      <dsp:spPr>
        <a:xfrm>
          <a:off x="5208293" y="1512745"/>
          <a:ext cx="1922765" cy="1663270"/>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Chain of Custody</a:t>
          </a:r>
        </a:p>
      </dsp:txBody>
      <dsp:txXfrm>
        <a:off x="5526922" y="1788372"/>
        <a:ext cx="1285507" cy="1112016"/>
      </dsp:txXfrm>
    </dsp:sp>
    <dsp:sp modelId="{C6E00858-1FFA-4C58-88DF-95514AC553B1}">
      <dsp:nvSpPr>
        <dsp:cNvPr id="0" name=""/>
        <dsp:cNvSpPr/>
      </dsp:nvSpPr>
      <dsp:spPr>
        <a:xfrm>
          <a:off x="6412314" y="716983"/>
          <a:ext cx="725453" cy="62507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B8E6D0-375E-4FB9-83DC-2D664FA66FD9}">
      <dsp:nvSpPr>
        <dsp:cNvPr id="0" name=""/>
        <dsp:cNvSpPr/>
      </dsp:nvSpPr>
      <dsp:spPr>
        <a:xfrm>
          <a:off x="5385408" y="0"/>
          <a:ext cx="1575692" cy="1363159"/>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Collection</a:t>
          </a:r>
        </a:p>
      </dsp:txBody>
      <dsp:txXfrm>
        <a:off x="5646534" y="225905"/>
        <a:ext cx="1053440" cy="911349"/>
      </dsp:txXfrm>
    </dsp:sp>
    <dsp:sp modelId="{8F00BE63-4731-4AD6-9297-3CA15BE014F4}">
      <dsp:nvSpPr>
        <dsp:cNvPr id="0" name=""/>
        <dsp:cNvSpPr/>
      </dsp:nvSpPr>
      <dsp:spPr>
        <a:xfrm>
          <a:off x="7258975" y="1885539"/>
          <a:ext cx="725453" cy="62507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CF5C0B-13C8-4A8F-B30F-A2CA93004984}">
      <dsp:nvSpPr>
        <dsp:cNvPr id="0" name=""/>
        <dsp:cNvSpPr/>
      </dsp:nvSpPr>
      <dsp:spPr>
        <a:xfrm>
          <a:off x="6830501" y="838434"/>
          <a:ext cx="1575692" cy="1363159"/>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Documentation</a:t>
          </a:r>
        </a:p>
      </dsp:txBody>
      <dsp:txXfrm>
        <a:off x="7091627" y="1064339"/>
        <a:ext cx="1053440" cy="911349"/>
      </dsp:txXfrm>
    </dsp:sp>
    <dsp:sp modelId="{E5877122-D2EA-4344-93D1-2050EB132FD7}">
      <dsp:nvSpPr>
        <dsp:cNvPr id="0" name=""/>
        <dsp:cNvSpPr/>
      </dsp:nvSpPr>
      <dsp:spPr>
        <a:xfrm>
          <a:off x="6670830" y="3204620"/>
          <a:ext cx="725453" cy="62507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8F5308-1EB1-486E-A358-F3A95C7C117F}">
      <dsp:nvSpPr>
        <dsp:cNvPr id="0" name=""/>
        <dsp:cNvSpPr/>
      </dsp:nvSpPr>
      <dsp:spPr>
        <a:xfrm>
          <a:off x="6830501" y="2486699"/>
          <a:ext cx="1575692" cy="1363159"/>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Transfer</a:t>
          </a:r>
        </a:p>
      </dsp:txBody>
      <dsp:txXfrm>
        <a:off x="7091627" y="2712604"/>
        <a:ext cx="1053440" cy="911349"/>
      </dsp:txXfrm>
    </dsp:sp>
    <dsp:sp modelId="{78A4B7BE-780F-4610-AE6D-26715F974D55}">
      <dsp:nvSpPr>
        <dsp:cNvPr id="0" name=""/>
        <dsp:cNvSpPr/>
      </dsp:nvSpPr>
      <dsp:spPr>
        <a:xfrm>
          <a:off x="5211872" y="3341546"/>
          <a:ext cx="725453" cy="62507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94802F-6C83-4258-B399-803574F80FDF}">
      <dsp:nvSpPr>
        <dsp:cNvPr id="0" name=""/>
        <dsp:cNvSpPr/>
      </dsp:nvSpPr>
      <dsp:spPr>
        <a:xfrm>
          <a:off x="5385408" y="3326071"/>
          <a:ext cx="1575692" cy="1363159"/>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Storage</a:t>
          </a:r>
        </a:p>
      </dsp:txBody>
      <dsp:txXfrm>
        <a:off x="5646534" y="3551976"/>
        <a:ext cx="1053440" cy="911349"/>
      </dsp:txXfrm>
    </dsp:sp>
    <dsp:sp modelId="{8FC4EDCC-5ACD-420D-BD3F-28816A49E9F8}">
      <dsp:nvSpPr>
        <dsp:cNvPr id="0" name=""/>
        <dsp:cNvSpPr/>
      </dsp:nvSpPr>
      <dsp:spPr>
        <a:xfrm>
          <a:off x="4351346" y="2173458"/>
          <a:ext cx="725453" cy="62507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0CEED1-7297-4C42-9073-FAB9E2914A78}">
      <dsp:nvSpPr>
        <dsp:cNvPr id="0" name=""/>
        <dsp:cNvSpPr/>
      </dsp:nvSpPr>
      <dsp:spPr>
        <a:xfrm>
          <a:off x="3933606" y="2487637"/>
          <a:ext cx="1575692" cy="1363159"/>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Analysis</a:t>
          </a:r>
        </a:p>
      </dsp:txBody>
      <dsp:txXfrm>
        <a:off x="4194732" y="2713542"/>
        <a:ext cx="1053440" cy="911349"/>
      </dsp:txXfrm>
    </dsp:sp>
    <dsp:sp modelId="{E1511865-7A81-4561-B369-6FC49462B81D}">
      <dsp:nvSpPr>
        <dsp:cNvPr id="0" name=""/>
        <dsp:cNvSpPr/>
      </dsp:nvSpPr>
      <dsp:spPr>
        <a:xfrm>
          <a:off x="3933606" y="836558"/>
          <a:ext cx="1575692" cy="1363159"/>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Presentation</a:t>
          </a:r>
        </a:p>
      </dsp:txBody>
      <dsp:txXfrm>
        <a:off x="4194732" y="1062463"/>
        <a:ext cx="1053440" cy="91134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C4CF3F-6AFC-4EA9-AF34-49A3E19C0009}">
      <dsp:nvSpPr>
        <dsp:cNvPr id="0" name=""/>
        <dsp:cNvSpPr/>
      </dsp:nvSpPr>
      <dsp:spPr>
        <a:xfrm>
          <a:off x="7352098" y="946743"/>
          <a:ext cx="4633985" cy="4000669"/>
        </a:xfrm>
        <a:prstGeom prst="gear9">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EEEFF5"/>
              </a:solidFill>
              <a:latin typeface="Barlow" pitchFamily="34" charset="0"/>
              <a:ea typeface="Barlow" pitchFamily="34" charset="-122"/>
              <a:cs typeface="Barlow" pitchFamily="34" charset="-120"/>
            </a:rPr>
            <a:t>Data Recovery: </a:t>
          </a:r>
          <a:r>
            <a:rPr lang="en-US" sz="2000" kern="1200" dirty="0">
              <a:solidFill>
                <a:srgbClr val="EEEFF5"/>
              </a:solidFill>
              <a:latin typeface="Montserrat" pitchFamily="34" charset="0"/>
              <a:ea typeface="Montserrat" pitchFamily="34" charset="-122"/>
              <a:cs typeface="Montserrat" pitchFamily="34" charset="-120"/>
            </a:rPr>
            <a:t>Retrieve deleted or hidden files using specialized software tools.</a:t>
          </a:r>
          <a:endParaRPr lang="en-US" sz="2000" kern="1200" dirty="0"/>
        </a:p>
      </dsp:txBody>
      <dsp:txXfrm>
        <a:off x="8236402" y="1883881"/>
        <a:ext cx="2865377" cy="2056426"/>
      </dsp:txXfrm>
    </dsp:sp>
    <dsp:sp modelId="{4977D4B4-60D6-446F-AED7-C405BD587952}">
      <dsp:nvSpPr>
        <dsp:cNvPr id="0" name=""/>
        <dsp:cNvSpPr/>
      </dsp:nvSpPr>
      <dsp:spPr>
        <a:xfrm>
          <a:off x="846778" y="1493358"/>
          <a:ext cx="4710472" cy="3633083"/>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EEEFF5"/>
              </a:solidFill>
              <a:latin typeface="Barlow" pitchFamily="34" charset="0"/>
              <a:ea typeface="Barlow" pitchFamily="34" charset="-122"/>
              <a:cs typeface="Barlow" pitchFamily="34" charset="-120"/>
            </a:rPr>
            <a:t>Malware Analysis: </a:t>
          </a:r>
          <a:r>
            <a:rPr lang="en-US" sz="2000" kern="1200" dirty="0">
              <a:solidFill>
                <a:srgbClr val="EEEFF5"/>
              </a:solidFill>
              <a:latin typeface="Montserrat" pitchFamily="34" charset="0"/>
              <a:ea typeface="Montserrat" pitchFamily="34" charset="-122"/>
              <a:cs typeface="Montserrat" pitchFamily="34" charset="-120"/>
            </a:rPr>
            <a:t>Examine suspicious files or programs for malicious behavior.</a:t>
          </a:r>
          <a:endParaRPr lang="en-US" sz="2000" kern="1200" dirty="0"/>
        </a:p>
      </dsp:txBody>
      <dsp:txXfrm>
        <a:off x="1918028" y="2413526"/>
        <a:ext cx="2567972" cy="1792747"/>
      </dsp:txXfrm>
    </dsp:sp>
    <dsp:sp modelId="{05553750-E648-458F-BE61-0ADF1C3EE0AA}">
      <dsp:nvSpPr>
        <dsp:cNvPr id="0" name=""/>
        <dsp:cNvSpPr/>
      </dsp:nvSpPr>
      <dsp:spPr>
        <a:xfrm rot="20700000">
          <a:off x="4658554" y="282131"/>
          <a:ext cx="3532502" cy="3254687"/>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EEEFF5"/>
              </a:solidFill>
              <a:latin typeface="Barlow" pitchFamily="34" charset="0"/>
              <a:ea typeface="Barlow" pitchFamily="34" charset="-122"/>
              <a:cs typeface="Barlow" pitchFamily="34" charset="-120"/>
            </a:rPr>
            <a:t>Pattern Analysis: </a:t>
          </a:r>
          <a:r>
            <a:rPr lang="en-US" sz="2000" kern="1200" dirty="0">
              <a:solidFill>
                <a:srgbClr val="EEEFF5"/>
              </a:solidFill>
              <a:latin typeface="Montserrat" pitchFamily="34" charset="0"/>
              <a:ea typeface="Montserrat" pitchFamily="34" charset="-122"/>
              <a:cs typeface="Montserrat" pitchFamily="34" charset="-120"/>
            </a:rPr>
            <a:t>Identify recurring themes or behaviors in the collected data.</a:t>
          </a:r>
          <a:endParaRPr lang="en-US" sz="2000" kern="1200" dirty="0"/>
        </a:p>
      </dsp:txBody>
      <dsp:txXfrm rot="-20700000">
        <a:off x="5449814" y="979501"/>
        <a:ext cx="1949983" cy="1859946"/>
      </dsp:txXfrm>
    </dsp:sp>
    <dsp:sp modelId="{F1785D81-7304-494F-A667-B1B20BF5AF2F}">
      <dsp:nvSpPr>
        <dsp:cNvPr id="0" name=""/>
        <dsp:cNvSpPr/>
      </dsp:nvSpPr>
      <dsp:spPr>
        <a:xfrm rot="15671389" flipH="1">
          <a:off x="5390341" y="3163719"/>
          <a:ext cx="1893768" cy="1363311"/>
        </a:xfrm>
        <a:prstGeom prst="circularArrow">
          <a:avLst>
            <a:gd name="adj1" fmla="val 4688"/>
            <a:gd name="adj2" fmla="val 299029"/>
            <a:gd name="adj3" fmla="val 2536535"/>
            <a:gd name="adj4" fmla="val 15818074"/>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5E07BE9-2085-4D8F-9A56-0169FCDA795E}">
      <dsp:nvSpPr>
        <dsp:cNvPr id="0" name=""/>
        <dsp:cNvSpPr/>
      </dsp:nvSpPr>
      <dsp:spPr>
        <a:xfrm>
          <a:off x="3804037" y="887210"/>
          <a:ext cx="2680370" cy="2680370"/>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74439CD-6490-427F-A707-800D2463B8C6}">
      <dsp:nvSpPr>
        <dsp:cNvPr id="0" name=""/>
        <dsp:cNvSpPr/>
      </dsp:nvSpPr>
      <dsp:spPr>
        <a:xfrm rot="6932191">
          <a:off x="7369121" y="-559462"/>
          <a:ext cx="1359850" cy="2622598"/>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BEC834-EA2E-49B9-9E0C-CEBE65D953AA}">
      <dsp:nvSpPr>
        <dsp:cNvPr id="0" name=""/>
        <dsp:cNvSpPr/>
      </dsp:nvSpPr>
      <dsp:spPr>
        <a:xfrm>
          <a:off x="0" y="602"/>
          <a:ext cx="9753600" cy="141084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F11925-61AF-48A3-A1F7-4F59C6B403DE}">
      <dsp:nvSpPr>
        <dsp:cNvPr id="0" name=""/>
        <dsp:cNvSpPr/>
      </dsp:nvSpPr>
      <dsp:spPr>
        <a:xfrm>
          <a:off x="426779" y="318042"/>
          <a:ext cx="775962" cy="7759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31AAB7-6F78-48F4-9E29-59388EA1C3BC}">
      <dsp:nvSpPr>
        <dsp:cNvPr id="0" name=""/>
        <dsp:cNvSpPr/>
      </dsp:nvSpPr>
      <dsp:spPr>
        <a:xfrm>
          <a:off x="1629521" y="602"/>
          <a:ext cx="8124078" cy="1410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14" tIns="149314" rIns="149314" bIns="149314" numCol="1" spcCol="1270" anchor="ctr" anchorCtr="0">
          <a:noAutofit/>
        </a:bodyPr>
        <a:lstStyle/>
        <a:p>
          <a:pPr marL="0" lvl="0" indent="0" algn="l" defTabSz="1600200">
            <a:lnSpc>
              <a:spcPct val="100000"/>
            </a:lnSpc>
            <a:spcBef>
              <a:spcPct val="0"/>
            </a:spcBef>
            <a:spcAft>
              <a:spcPct val="35000"/>
            </a:spcAft>
            <a:buNone/>
          </a:pPr>
          <a:r>
            <a:rPr lang="en-US" sz="3600" kern="1200"/>
            <a:t>Tools</a:t>
          </a:r>
        </a:p>
      </dsp:txBody>
      <dsp:txXfrm>
        <a:off x="1629521" y="602"/>
        <a:ext cx="8124078" cy="1410840"/>
      </dsp:txXfrm>
    </dsp:sp>
    <dsp:sp modelId="{39475481-F3C8-46EE-8C19-AB1C83221E67}">
      <dsp:nvSpPr>
        <dsp:cNvPr id="0" name=""/>
        <dsp:cNvSpPr/>
      </dsp:nvSpPr>
      <dsp:spPr>
        <a:xfrm>
          <a:off x="0" y="1764154"/>
          <a:ext cx="9753600" cy="141084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BEB938-C507-40A3-A2A7-A8792947AB51}">
      <dsp:nvSpPr>
        <dsp:cNvPr id="0" name=""/>
        <dsp:cNvSpPr/>
      </dsp:nvSpPr>
      <dsp:spPr>
        <a:xfrm>
          <a:off x="426779" y="2081593"/>
          <a:ext cx="775962" cy="7759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7704B6-CC4B-4CEE-B9B9-79B582A65EDE}">
      <dsp:nvSpPr>
        <dsp:cNvPr id="0" name=""/>
        <dsp:cNvSpPr/>
      </dsp:nvSpPr>
      <dsp:spPr>
        <a:xfrm>
          <a:off x="1629521" y="1764154"/>
          <a:ext cx="8124078" cy="1410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14" tIns="149314" rIns="149314" bIns="149314" numCol="1" spcCol="1270" anchor="ctr" anchorCtr="0">
          <a:noAutofit/>
        </a:bodyPr>
        <a:lstStyle/>
        <a:p>
          <a:pPr marL="0" lvl="0" indent="0" algn="l" defTabSz="1600200">
            <a:lnSpc>
              <a:spcPct val="100000"/>
            </a:lnSpc>
            <a:spcBef>
              <a:spcPct val="0"/>
            </a:spcBef>
            <a:spcAft>
              <a:spcPct val="35000"/>
            </a:spcAft>
            <a:buNone/>
          </a:pPr>
          <a:r>
            <a:rPr lang="en-US" sz="3600" kern="1200"/>
            <a:t>Techniques</a:t>
          </a:r>
        </a:p>
      </dsp:txBody>
      <dsp:txXfrm>
        <a:off x="1629521" y="1764154"/>
        <a:ext cx="8124078" cy="1410840"/>
      </dsp:txXfrm>
    </dsp:sp>
    <dsp:sp modelId="{347DE349-CB29-4A70-8709-A8853B6947BC}">
      <dsp:nvSpPr>
        <dsp:cNvPr id="0" name=""/>
        <dsp:cNvSpPr/>
      </dsp:nvSpPr>
      <dsp:spPr>
        <a:xfrm>
          <a:off x="0" y="3527705"/>
          <a:ext cx="9753600" cy="141084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1218FA-C7A0-4A38-A4FD-B137BA2C9ECB}">
      <dsp:nvSpPr>
        <dsp:cNvPr id="0" name=""/>
        <dsp:cNvSpPr/>
      </dsp:nvSpPr>
      <dsp:spPr>
        <a:xfrm>
          <a:off x="426779" y="3845144"/>
          <a:ext cx="775962" cy="7759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78C134-64CC-48FD-8611-AD4AC6C7D59A}">
      <dsp:nvSpPr>
        <dsp:cNvPr id="0" name=""/>
        <dsp:cNvSpPr/>
      </dsp:nvSpPr>
      <dsp:spPr>
        <a:xfrm>
          <a:off x="1629521" y="3527705"/>
          <a:ext cx="8124078" cy="1410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14" tIns="149314" rIns="149314" bIns="149314" numCol="1" spcCol="1270" anchor="ctr" anchorCtr="0">
          <a:noAutofit/>
        </a:bodyPr>
        <a:lstStyle/>
        <a:p>
          <a:pPr marL="0" lvl="0" indent="0" algn="l" defTabSz="1600200">
            <a:lnSpc>
              <a:spcPct val="100000"/>
            </a:lnSpc>
            <a:spcBef>
              <a:spcPct val="0"/>
            </a:spcBef>
            <a:spcAft>
              <a:spcPct val="35000"/>
            </a:spcAft>
            <a:buNone/>
          </a:pPr>
          <a:r>
            <a:rPr lang="en-US" sz="3600" kern="1200"/>
            <a:t>Expertise </a:t>
          </a:r>
        </a:p>
      </dsp:txBody>
      <dsp:txXfrm>
        <a:off x="1629521" y="3527705"/>
        <a:ext cx="8124078" cy="141084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BDA4DF-2069-4AAD-8013-78179F277389}">
      <dsp:nvSpPr>
        <dsp:cNvPr id="0" name=""/>
        <dsp:cNvSpPr/>
      </dsp:nvSpPr>
      <dsp:spPr>
        <a:xfrm>
          <a:off x="569807" y="0"/>
          <a:ext cx="5465168" cy="5465168"/>
        </a:xfrm>
        <a:prstGeom prst="triangl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F4202C-8A70-4203-A0DA-5E4F73707EF4}">
      <dsp:nvSpPr>
        <dsp:cNvPr id="0" name=""/>
        <dsp:cNvSpPr/>
      </dsp:nvSpPr>
      <dsp:spPr>
        <a:xfrm>
          <a:off x="4367169" y="549452"/>
          <a:ext cx="3552359" cy="646853"/>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chemeClr val="tx1"/>
              </a:solidFill>
            </a:rPr>
            <a:t>Detect Problem</a:t>
          </a:r>
        </a:p>
      </dsp:txBody>
      <dsp:txXfrm>
        <a:off x="4398746" y="581029"/>
        <a:ext cx="3489205" cy="583699"/>
      </dsp:txXfrm>
    </dsp:sp>
    <dsp:sp modelId="{EDE15844-A149-4F26-BC26-1EF588BA17A4}">
      <dsp:nvSpPr>
        <dsp:cNvPr id="0" name=""/>
        <dsp:cNvSpPr/>
      </dsp:nvSpPr>
      <dsp:spPr>
        <a:xfrm>
          <a:off x="4367169" y="1277162"/>
          <a:ext cx="3552359" cy="646853"/>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chemeClr val="tx1"/>
              </a:solidFill>
              <a:latin typeface="Barlow" pitchFamily="34" charset="0"/>
              <a:ea typeface="Barlow" pitchFamily="34" charset="-122"/>
              <a:cs typeface="Barlow" pitchFamily="34" charset="-120"/>
            </a:rPr>
            <a:t>Define Problem</a:t>
          </a:r>
          <a:endParaRPr lang="en-US" sz="2600" kern="1200" dirty="0">
            <a:solidFill>
              <a:schemeClr val="tx1"/>
            </a:solidFill>
          </a:endParaRPr>
        </a:p>
      </dsp:txBody>
      <dsp:txXfrm>
        <a:off x="4398746" y="1308739"/>
        <a:ext cx="3489205" cy="583699"/>
      </dsp:txXfrm>
    </dsp:sp>
    <dsp:sp modelId="{BC25C358-DB0E-4E30-B63A-8B50ACA1CCFE}">
      <dsp:nvSpPr>
        <dsp:cNvPr id="0" name=""/>
        <dsp:cNvSpPr/>
      </dsp:nvSpPr>
      <dsp:spPr>
        <a:xfrm>
          <a:off x="4367169" y="2004873"/>
          <a:ext cx="3552359" cy="646853"/>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chemeClr val="tx1"/>
              </a:solidFill>
              <a:latin typeface="Barlow" pitchFamily="34" charset="0"/>
              <a:ea typeface="Barlow" pitchFamily="34" charset="-122"/>
              <a:cs typeface="Barlow" pitchFamily="34" charset="-120"/>
            </a:rPr>
            <a:t>Gather Data</a:t>
          </a:r>
          <a:endParaRPr lang="en-US" sz="2600" kern="1200" dirty="0">
            <a:solidFill>
              <a:schemeClr val="tx1"/>
            </a:solidFill>
          </a:endParaRPr>
        </a:p>
      </dsp:txBody>
      <dsp:txXfrm>
        <a:off x="4398746" y="2036450"/>
        <a:ext cx="3489205" cy="583699"/>
      </dsp:txXfrm>
    </dsp:sp>
    <dsp:sp modelId="{05168EAB-02EC-4A81-93F6-9C8E23F1D7E8}">
      <dsp:nvSpPr>
        <dsp:cNvPr id="0" name=""/>
        <dsp:cNvSpPr/>
      </dsp:nvSpPr>
      <dsp:spPr>
        <a:xfrm>
          <a:off x="4367169" y="2732584"/>
          <a:ext cx="3552359" cy="646853"/>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chemeClr val="tx1"/>
              </a:solidFill>
              <a:latin typeface="Barlow" pitchFamily="34" charset="0"/>
              <a:ea typeface="Barlow" pitchFamily="34" charset="-122"/>
              <a:cs typeface="Barlow" pitchFamily="34" charset="-120"/>
            </a:rPr>
            <a:t>Identify Causes</a:t>
          </a:r>
          <a:endParaRPr lang="en-US" sz="2600" kern="1200" dirty="0">
            <a:solidFill>
              <a:schemeClr val="tx1"/>
            </a:solidFill>
          </a:endParaRPr>
        </a:p>
      </dsp:txBody>
      <dsp:txXfrm>
        <a:off x="4398746" y="2764161"/>
        <a:ext cx="3489205" cy="583699"/>
      </dsp:txXfrm>
    </dsp:sp>
    <dsp:sp modelId="{7D848192-C57A-4B19-917D-A4261489B6BE}">
      <dsp:nvSpPr>
        <dsp:cNvPr id="0" name=""/>
        <dsp:cNvSpPr/>
      </dsp:nvSpPr>
      <dsp:spPr>
        <a:xfrm>
          <a:off x="4367169" y="3460294"/>
          <a:ext cx="3552359" cy="646853"/>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chemeClr val="tx1"/>
              </a:solidFill>
              <a:latin typeface="Barlow" pitchFamily="34" charset="0"/>
              <a:ea typeface="Barlow" pitchFamily="34" charset="-122"/>
              <a:cs typeface="Barlow" pitchFamily="34" charset="-120"/>
            </a:rPr>
            <a:t>Analyze Causes</a:t>
          </a:r>
          <a:endParaRPr lang="en-US" sz="2600" kern="1200" dirty="0">
            <a:solidFill>
              <a:schemeClr val="tx1"/>
            </a:solidFill>
          </a:endParaRPr>
        </a:p>
      </dsp:txBody>
      <dsp:txXfrm>
        <a:off x="4398746" y="3491871"/>
        <a:ext cx="3489205" cy="583699"/>
      </dsp:txXfrm>
    </dsp:sp>
    <dsp:sp modelId="{618A514A-DD64-4678-ACC0-2CDB781BD28C}">
      <dsp:nvSpPr>
        <dsp:cNvPr id="0" name=""/>
        <dsp:cNvSpPr/>
      </dsp:nvSpPr>
      <dsp:spPr>
        <a:xfrm>
          <a:off x="4367169" y="4188005"/>
          <a:ext cx="3552359" cy="646853"/>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chemeClr val="tx1"/>
              </a:solidFill>
              <a:latin typeface="Barlow" pitchFamily="34" charset="0"/>
              <a:ea typeface="Barlow" pitchFamily="34" charset="-122"/>
              <a:cs typeface="Barlow" pitchFamily="34" charset="-120"/>
            </a:rPr>
            <a:t>Implement Solutions</a:t>
          </a:r>
          <a:endParaRPr lang="en-US" sz="2600" kern="1200" dirty="0">
            <a:solidFill>
              <a:schemeClr val="tx1"/>
            </a:solidFill>
          </a:endParaRPr>
        </a:p>
      </dsp:txBody>
      <dsp:txXfrm>
        <a:off x="4398746" y="4219582"/>
        <a:ext cx="3489205" cy="58369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4606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kennesaw.edu/"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sixsigmaprograms.org/"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924349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Kennesaw State University. (2022). </a:t>
            </a:r>
            <a:r>
              <a:rPr lang="en-US" i="1" dirty="0"/>
              <a:t>Incident response and handling</a:t>
            </a:r>
            <a:r>
              <a:rPr lang="en-US" dirty="0"/>
              <a:t>. Retrieved from </a:t>
            </a:r>
            <a:r>
              <a:rPr lang="en-US" dirty="0">
                <a:hlinkClick r:id="rId3"/>
              </a:rPr>
              <a:t>https://www.kennesaw.edu</a:t>
            </a:r>
            <a:r>
              <a:rPr lang="en-US" dirty="0"/>
              <a:t>SANS Institute. (2021). </a:t>
            </a:r>
            <a:r>
              <a:rPr lang="en-US" i="1" dirty="0"/>
              <a:t>Incident response and handling</a:t>
            </a:r>
            <a:r>
              <a:rPr lang="en-US" dirty="0"/>
              <a:t>. Retrieved from https://www.sans.org/incident-response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4218610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088275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13637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International Society of Six Sigma Professionals. (2020). </a:t>
            </a:r>
            <a:r>
              <a:rPr lang="en-US" i="1" dirty="0"/>
              <a:t>Root cause analysis</a:t>
            </a:r>
            <a:r>
              <a:rPr lang="en-US" dirty="0"/>
              <a:t>. Retrieved from </a:t>
            </a:r>
            <a:r>
              <a:rPr lang="en-US" dirty="0">
                <a:hlinkClick r:id="rId3"/>
              </a:rPr>
              <a:t>https://www.sixsigmaprograms.org</a:t>
            </a:r>
            <a:r>
              <a:rPr lang="en-US" dirty="0"/>
              <a:t>Juran, J. M., &amp; Godfrey, A. B. (2010). </a:t>
            </a:r>
            <a:r>
              <a:rPr lang="en-US" i="1" dirty="0" err="1"/>
              <a:t>Juran's</a:t>
            </a:r>
            <a:r>
              <a:rPr lang="en-US" i="1" dirty="0"/>
              <a:t> Quality Handbook: The Complete Guide to Performance Excellence</a:t>
            </a:r>
            <a:r>
              <a:rPr lang="en-US" dirty="0"/>
              <a:t>. McGraw-Hill Education.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86508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188465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265085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png"/><Relationship Id="rId7" Type="http://schemas.openxmlformats.org/officeDocument/2006/relationships/diagramColors" Target="../diagrams/colors6.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9.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png"/><Relationship Id="rId7" Type="http://schemas.openxmlformats.org/officeDocument/2006/relationships/diagramColors" Target="../diagrams/colors7.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sixsigmaprograms.org/"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www.kennesaw.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a:p>
        </p:txBody>
      </p:sp>
      <p:sp>
        <p:nvSpPr>
          <p:cNvPr id="3" name="Shape 1"/>
          <p:cNvSpPr/>
          <p:nvPr/>
        </p:nvSpPr>
        <p:spPr>
          <a:xfrm>
            <a:off x="0" y="0"/>
            <a:ext cx="14630400" cy="8229600"/>
          </a:xfrm>
          <a:prstGeom prst="rect">
            <a:avLst/>
          </a:prstGeom>
          <a:solidFill>
            <a:srgbClr val="282C32"/>
          </a:solidFill>
          <a:ln/>
        </p:spPr>
        <p:txBody>
          <a:bodyPr/>
          <a:lstStyle/>
          <a:p>
            <a:endParaRPr lang="en-US" dirty="0"/>
          </a:p>
        </p:txBody>
      </p:sp>
      <p:pic>
        <p:nvPicPr>
          <p:cNvPr id="4" name="Image 0" descr="preencoded.png"/>
          <p:cNvPicPr>
            <a:picLocks noChangeAspect="1"/>
          </p:cNvPicPr>
          <p:nvPr/>
        </p:nvPicPr>
        <p:blipFill>
          <a:blip r:embed="rId3"/>
          <a:stretch>
            <a:fillRect/>
          </a:stretch>
        </p:blipFill>
        <p:spPr>
          <a:xfrm>
            <a:off x="0" y="0"/>
            <a:ext cx="14630400" cy="3086100"/>
          </a:xfrm>
          <a:prstGeom prst="rect">
            <a:avLst/>
          </a:prstGeom>
        </p:spPr>
      </p:pic>
      <p:sp>
        <p:nvSpPr>
          <p:cNvPr id="5" name="Text 2"/>
          <p:cNvSpPr/>
          <p:nvPr/>
        </p:nvSpPr>
        <p:spPr>
          <a:xfrm>
            <a:off x="864037" y="4154567"/>
            <a:ext cx="12902327" cy="2241233"/>
          </a:xfrm>
          <a:prstGeom prst="rect">
            <a:avLst/>
          </a:prstGeom>
          <a:noFill/>
          <a:ln/>
        </p:spPr>
        <p:txBody>
          <a:bodyPr wrap="square" rtlCol="0" anchor="t"/>
          <a:lstStyle/>
          <a:p>
            <a:pPr marL="0" indent="0">
              <a:lnSpc>
                <a:spcPts val="8825"/>
              </a:lnSpc>
              <a:buNone/>
            </a:pPr>
            <a:endParaRPr lang="en-US" sz="7060" dirty="0"/>
          </a:p>
        </p:txBody>
      </p:sp>
      <p:sp>
        <p:nvSpPr>
          <p:cNvPr id="6" name="Text 3"/>
          <p:cNvSpPr/>
          <p:nvPr/>
        </p:nvSpPr>
        <p:spPr>
          <a:xfrm>
            <a:off x="1362451" y="4632484"/>
            <a:ext cx="12216344" cy="395049"/>
          </a:xfrm>
          <a:prstGeom prst="rect">
            <a:avLst/>
          </a:prstGeom>
          <a:noFill/>
          <a:ln/>
        </p:spPr>
        <p:txBody>
          <a:bodyPr wrap="none" rtlCol="0" anchor="t"/>
          <a:lstStyle/>
          <a:p>
            <a:pPr marL="0" indent="0" algn="ctr">
              <a:lnSpc>
                <a:spcPts val="3110"/>
              </a:lnSpc>
              <a:buNone/>
            </a:pPr>
            <a:r>
              <a:rPr lang="en-US" sz="3200" dirty="0">
                <a:solidFill>
                  <a:srgbClr val="EEEFF5"/>
                </a:solidFill>
                <a:latin typeface="Montserrat" pitchFamily="34" charset="0"/>
                <a:ea typeface="Montserrat" pitchFamily="34" charset="-122"/>
                <a:cs typeface="Montserrat" pitchFamily="34" charset="-120"/>
              </a:rPr>
              <a:t>Akm Nizum</a:t>
            </a:r>
          </a:p>
          <a:p>
            <a:pPr marL="0" indent="0" algn="ctr">
              <a:lnSpc>
                <a:spcPts val="3110"/>
              </a:lnSpc>
              <a:buNone/>
            </a:pPr>
            <a:endParaRPr lang="en-US" sz="3200" dirty="0">
              <a:solidFill>
                <a:srgbClr val="EEEFF5"/>
              </a:solidFill>
              <a:latin typeface="Montserrat" pitchFamily="34" charset="0"/>
              <a:ea typeface="Montserrat" pitchFamily="34" charset="-122"/>
              <a:cs typeface="Montserrat" pitchFamily="34" charset="-120"/>
            </a:endParaRPr>
          </a:p>
        </p:txBody>
      </p:sp>
      <p:sp>
        <p:nvSpPr>
          <p:cNvPr id="8" name="TextBox 7">
            <a:extLst>
              <a:ext uri="{FF2B5EF4-FFF2-40B4-BE49-F238E27FC236}">
                <a16:creationId xmlns:a16="http://schemas.microsoft.com/office/drawing/2014/main" id="{E6A17C5C-9A38-0EF1-277E-55F58EC3E9F3}"/>
              </a:ext>
            </a:extLst>
          </p:cNvPr>
          <p:cNvSpPr txBox="1"/>
          <p:nvPr/>
        </p:nvSpPr>
        <p:spPr>
          <a:xfrm>
            <a:off x="1124844" y="725179"/>
            <a:ext cx="11541512" cy="1508105"/>
          </a:xfrm>
          <a:prstGeom prst="rect">
            <a:avLst/>
          </a:prstGeom>
          <a:noFill/>
        </p:spPr>
        <p:txBody>
          <a:bodyPr wrap="square" rtlCol="0">
            <a:spAutoFit/>
          </a:bodyPr>
          <a:lstStyle/>
          <a:p>
            <a:pPr algn="ctr"/>
            <a:r>
              <a:rPr lang="en-US" sz="4400" b="1" dirty="0">
                <a:latin typeface="Barlow" pitchFamily="34" charset="0"/>
                <a:ea typeface="Barlow" pitchFamily="34" charset="-122"/>
                <a:cs typeface="Barlow" pitchFamily="34" charset="-120"/>
              </a:rPr>
              <a:t>Incident Response and Root Cause Analysis</a:t>
            </a:r>
            <a:endParaRPr lang="en-US" sz="4400" dirty="0"/>
          </a:p>
          <a:p>
            <a:pPr algn="ctr"/>
            <a:endParaRPr lang="en-US" sz="4800" dirty="0"/>
          </a:p>
        </p:txBody>
      </p:sp>
    </p:spTree>
    <p:extLst>
      <p:ext uri="{BB962C8B-B14F-4D97-AF65-F5344CB8AC3E}">
        <p14:creationId xmlns:p14="http://schemas.microsoft.com/office/powerpoint/2010/main" val="2825150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a:p>
        </p:txBody>
      </p:sp>
      <p:sp>
        <p:nvSpPr>
          <p:cNvPr id="3" name="Shape 1"/>
          <p:cNvSpPr/>
          <p:nvPr/>
        </p:nvSpPr>
        <p:spPr>
          <a:xfrm>
            <a:off x="0" y="0"/>
            <a:ext cx="14630400" cy="8229600"/>
          </a:xfrm>
          <a:prstGeom prst="rect">
            <a:avLst/>
          </a:prstGeom>
          <a:solidFill>
            <a:srgbClr val="282C32"/>
          </a:solidFill>
          <a:ln/>
        </p:spPr>
        <p:txBody>
          <a:bodyPr/>
          <a:lstStyle/>
          <a:p>
            <a:endParaRPr lang="en-US"/>
          </a:p>
        </p:txBody>
      </p:sp>
      <p:sp>
        <p:nvSpPr>
          <p:cNvPr id="4" name="Text 2"/>
          <p:cNvSpPr/>
          <p:nvPr/>
        </p:nvSpPr>
        <p:spPr>
          <a:xfrm>
            <a:off x="864037" y="1028462"/>
            <a:ext cx="9216628" cy="812125"/>
          </a:xfrm>
          <a:prstGeom prst="rect">
            <a:avLst/>
          </a:prstGeom>
          <a:noFill/>
          <a:ln/>
        </p:spPr>
        <p:txBody>
          <a:bodyPr wrap="none" rtlCol="0" anchor="t"/>
          <a:lstStyle/>
          <a:p>
            <a:pPr marL="0" indent="0">
              <a:lnSpc>
                <a:spcPts val="6395"/>
              </a:lnSpc>
              <a:buNone/>
            </a:pPr>
            <a:r>
              <a:rPr lang="en-US" sz="5116" b="1" dirty="0">
                <a:solidFill>
                  <a:srgbClr val="9998FF"/>
                </a:solidFill>
                <a:latin typeface="Barlow" pitchFamily="34" charset="0"/>
              </a:rPr>
              <a:t>What is Incident Response?</a:t>
            </a:r>
            <a:endParaRPr lang="en-US" sz="5116" dirty="0"/>
          </a:p>
        </p:txBody>
      </p:sp>
      <p:sp>
        <p:nvSpPr>
          <p:cNvPr id="5" name="Text 3"/>
          <p:cNvSpPr/>
          <p:nvPr/>
        </p:nvSpPr>
        <p:spPr>
          <a:xfrm>
            <a:off x="864037" y="2210872"/>
            <a:ext cx="12902327" cy="790099"/>
          </a:xfrm>
          <a:prstGeom prst="rect">
            <a:avLst/>
          </a:prstGeom>
          <a:noFill/>
          <a:ln/>
        </p:spPr>
        <p:txBody>
          <a:bodyPr wrap="square" rtlCol="0" anchor="t"/>
          <a:lstStyle/>
          <a:p>
            <a:pPr marL="0" indent="0">
              <a:lnSpc>
                <a:spcPts val="3110"/>
              </a:lnSpc>
              <a:buNone/>
            </a:pPr>
            <a:endParaRPr lang="en-US" sz="1944" dirty="0"/>
          </a:p>
        </p:txBody>
      </p:sp>
      <p:sp>
        <p:nvSpPr>
          <p:cNvPr id="7" name="Text 5"/>
          <p:cNvSpPr/>
          <p:nvPr/>
        </p:nvSpPr>
        <p:spPr>
          <a:xfrm>
            <a:off x="1110853" y="3525441"/>
            <a:ext cx="3248501" cy="406003"/>
          </a:xfrm>
          <a:prstGeom prst="rect">
            <a:avLst/>
          </a:prstGeom>
          <a:noFill/>
          <a:ln/>
        </p:spPr>
        <p:txBody>
          <a:bodyPr wrap="none" rtlCol="0" anchor="t"/>
          <a:lstStyle/>
          <a:p>
            <a:pPr marL="0" indent="0">
              <a:lnSpc>
                <a:spcPts val="3197"/>
              </a:lnSpc>
              <a:buNone/>
            </a:pPr>
            <a:endParaRPr lang="en-US" sz="2558" dirty="0"/>
          </a:p>
        </p:txBody>
      </p:sp>
      <p:sp>
        <p:nvSpPr>
          <p:cNvPr id="8" name="Text 6"/>
          <p:cNvSpPr/>
          <p:nvPr/>
        </p:nvSpPr>
        <p:spPr>
          <a:xfrm>
            <a:off x="1110853" y="4079558"/>
            <a:ext cx="5834182" cy="790099"/>
          </a:xfrm>
          <a:prstGeom prst="rect">
            <a:avLst/>
          </a:prstGeom>
          <a:noFill/>
          <a:ln/>
        </p:spPr>
        <p:txBody>
          <a:bodyPr wrap="square" rtlCol="0" anchor="t"/>
          <a:lstStyle/>
          <a:p>
            <a:pPr marL="0" indent="0">
              <a:lnSpc>
                <a:spcPts val="3110"/>
              </a:lnSpc>
              <a:buNone/>
            </a:pPr>
            <a:endParaRPr lang="en-US" sz="1944" dirty="0"/>
          </a:p>
        </p:txBody>
      </p:sp>
      <p:sp>
        <p:nvSpPr>
          <p:cNvPr id="9" name="Shape 7"/>
          <p:cNvSpPr/>
          <p:nvPr/>
        </p:nvSpPr>
        <p:spPr>
          <a:xfrm>
            <a:off x="7438668" y="3278624"/>
            <a:ext cx="6327815" cy="1837849"/>
          </a:xfrm>
          <a:prstGeom prst="roundRect">
            <a:avLst>
              <a:gd name="adj" fmla="val 12090"/>
            </a:avLst>
          </a:prstGeom>
          <a:solidFill>
            <a:srgbClr val="282C32"/>
          </a:solidFill>
          <a:ln/>
        </p:spPr>
        <p:txBody>
          <a:bodyPr/>
          <a:lstStyle/>
          <a:p>
            <a:endParaRPr lang="en-US"/>
          </a:p>
        </p:txBody>
      </p:sp>
      <p:sp>
        <p:nvSpPr>
          <p:cNvPr id="10" name="Text 8"/>
          <p:cNvSpPr/>
          <p:nvPr/>
        </p:nvSpPr>
        <p:spPr>
          <a:xfrm>
            <a:off x="7685484" y="3525441"/>
            <a:ext cx="3248501" cy="406003"/>
          </a:xfrm>
          <a:prstGeom prst="rect">
            <a:avLst/>
          </a:prstGeom>
          <a:noFill/>
          <a:ln/>
        </p:spPr>
        <p:txBody>
          <a:bodyPr wrap="none" rtlCol="0" anchor="t"/>
          <a:lstStyle/>
          <a:p>
            <a:pPr marL="0" indent="0">
              <a:lnSpc>
                <a:spcPts val="3197"/>
              </a:lnSpc>
              <a:buNone/>
            </a:pPr>
            <a:endParaRPr lang="en-US" sz="2558" dirty="0"/>
          </a:p>
        </p:txBody>
      </p:sp>
      <p:sp>
        <p:nvSpPr>
          <p:cNvPr id="11" name="Text 9"/>
          <p:cNvSpPr/>
          <p:nvPr/>
        </p:nvSpPr>
        <p:spPr>
          <a:xfrm>
            <a:off x="7685484" y="4079558"/>
            <a:ext cx="5834182" cy="790099"/>
          </a:xfrm>
          <a:prstGeom prst="rect">
            <a:avLst/>
          </a:prstGeom>
          <a:noFill/>
          <a:ln/>
        </p:spPr>
        <p:txBody>
          <a:bodyPr wrap="square" rtlCol="0" anchor="t"/>
          <a:lstStyle/>
          <a:p>
            <a:pPr marL="0" indent="0">
              <a:lnSpc>
                <a:spcPts val="3110"/>
              </a:lnSpc>
              <a:buNone/>
            </a:pPr>
            <a:endParaRPr lang="en-US" sz="1944" dirty="0"/>
          </a:p>
        </p:txBody>
      </p:sp>
      <p:sp>
        <p:nvSpPr>
          <p:cNvPr id="12" name="Shape 10"/>
          <p:cNvSpPr/>
          <p:nvPr/>
        </p:nvSpPr>
        <p:spPr>
          <a:xfrm>
            <a:off x="691377" y="2743200"/>
            <a:ext cx="12217468" cy="4374067"/>
          </a:xfrm>
          <a:prstGeom prst="roundRect">
            <a:avLst>
              <a:gd name="adj" fmla="val 12090"/>
            </a:avLst>
          </a:prstGeom>
          <a:solidFill>
            <a:srgbClr val="282C32"/>
          </a:solidFill>
          <a:ln/>
        </p:spPr>
        <p:txBody>
          <a:bodyPr/>
          <a:lstStyle/>
          <a:p>
            <a:r>
              <a:rPr lang="en-US" sz="3200" dirty="0">
                <a:solidFill>
                  <a:schemeClr val="bg1"/>
                </a:solidFill>
              </a:rPr>
              <a:t>Incident response is a systematic approach to managing and addressing the aftermath of a security breach or cyber attack. The primary goal is to handle the situation in a way that limits damage and reduces recovery time and costs. This process involves detecting the incident, containing and eradicating the threat, recovering from the incident, and implementing measures to prevent future occurrences (Kennesaw State University, 2022; SANS Institute, 2021).</a:t>
            </a:r>
          </a:p>
        </p:txBody>
      </p:sp>
      <p:sp>
        <p:nvSpPr>
          <p:cNvPr id="13" name="Text 11"/>
          <p:cNvSpPr/>
          <p:nvPr/>
        </p:nvSpPr>
        <p:spPr>
          <a:xfrm>
            <a:off x="1110853" y="5610106"/>
            <a:ext cx="3248501" cy="406003"/>
          </a:xfrm>
          <a:prstGeom prst="rect">
            <a:avLst/>
          </a:prstGeom>
          <a:noFill/>
          <a:ln/>
        </p:spPr>
        <p:txBody>
          <a:bodyPr wrap="none" rtlCol="0" anchor="t"/>
          <a:lstStyle/>
          <a:p>
            <a:pPr marL="0" indent="0">
              <a:lnSpc>
                <a:spcPts val="3197"/>
              </a:lnSpc>
              <a:buNone/>
            </a:pPr>
            <a:endParaRPr lang="en-US" sz="2558" dirty="0"/>
          </a:p>
        </p:txBody>
      </p:sp>
      <p:sp>
        <p:nvSpPr>
          <p:cNvPr id="14" name="Text 12"/>
          <p:cNvSpPr/>
          <p:nvPr/>
        </p:nvSpPr>
        <p:spPr>
          <a:xfrm>
            <a:off x="1110853" y="6164223"/>
            <a:ext cx="5834182" cy="790099"/>
          </a:xfrm>
          <a:prstGeom prst="rect">
            <a:avLst/>
          </a:prstGeom>
          <a:noFill/>
          <a:ln/>
        </p:spPr>
        <p:txBody>
          <a:bodyPr wrap="square" rtlCol="0" anchor="t"/>
          <a:lstStyle/>
          <a:p>
            <a:pPr marL="0" indent="0">
              <a:lnSpc>
                <a:spcPts val="3110"/>
              </a:lnSpc>
              <a:buNone/>
            </a:pPr>
            <a:endParaRPr lang="en-US" sz="1944" dirty="0"/>
          </a:p>
        </p:txBody>
      </p:sp>
      <p:sp>
        <p:nvSpPr>
          <p:cNvPr id="16" name="Text 14"/>
          <p:cNvSpPr/>
          <p:nvPr/>
        </p:nvSpPr>
        <p:spPr>
          <a:xfrm>
            <a:off x="7685484" y="5610106"/>
            <a:ext cx="3248501" cy="406003"/>
          </a:xfrm>
          <a:prstGeom prst="rect">
            <a:avLst/>
          </a:prstGeom>
          <a:noFill/>
          <a:ln/>
        </p:spPr>
        <p:txBody>
          <a:bodyPr wrap="none" rtlCol="0" anchor="t"/>
          <a:lstStyle/>
          <a:p>
            <a:pPr marL="0" indent="0">
              <a:lnSpc>
                <a:spcPts val="3197"/>
              </a:lnSpc>
              <a:buNone/>
            </a:pPr>
            <a:endParaRPr lang="en-US" sz="2558" dirty="0"/>
          </a:p>
        </p:txBody>
      </p:sp>
      <p:sp>
        <p:nvSpPr>
          <p:cNvPr id="17" name="Text 15"/>
          <p:cNvSpPr/>
          <p:nvPr/>
        </p:nvSpPr>
        <p:spPr>
          <a:xfrm>
            <a:off x="7685484" y="6164223"/>
            <a:ext cx="5834182" cy="790099"/>
          </a:xfrm>
          <a:prstGeom prst="rect">
            <a:avLst/>
          </a:prstGeom>
          <a:noFill/>
          <a:ln/>
        </p:spPr>
        <p:txBody>
          <a:bodyPr wrap="square" rtlCol="0" anchor="t"/>
          <a:lstStyle/>
          <a:p>
            <a:pPr marL="0" indent="0">
              <a:lnSpc>
                <a:spcPts val="3110"/>
              </a:lnSpc>
              <a:buNone/>
            </a:pPr>
            <a:endParaRPr lang="en-US" sz="1944" dirty="0"/>
          </a:p>
        </p:txBody>
      </p:sp>
    </p:spTree>
    <p:extLst>
      <p:ext uri="{BB962C8B-B14F-4D97-AF65-F5344CB8AC3E}">
        <p14:creationId xmlns:p14="http://schemas.microsoft.com/office/powerpoint/2010/main" val="1979532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a:p>
        </p:txBody>
      </p:sp>
      <p:sp>
        <p:nvSpPr>
          <p:cNvPr id="3" name="Shape 1"/>
          <p:cNvSpPr/>
          <p:nvPr/>
        </p:nvSpPr>
        <p:spPr>
          <a:xfrm>
            <a:off x="0" y="0"/>
            <a:ext cx="14630400" cy="8229600"/>
          </a:xfrm>
          <a:prstGeom prst="rect">
            <a:avLst/>
          </a:prstGeom>
          <a:solidFill>
            <a:srgbClr val="282C32"/>
          </a:solidFill>
          <a:ln/>
        </p:spPr>
        <p:txBody>
          <a:bodyPr/>
          <a:lstStyle/>
          <a:p>
            <a:endParaRPr lang="en-US"/>
          </a:p>
        </p:txBody>
      </p:sp>
      <p:sp>
        <p:nvSpPr>
          <p:cNvPr id="4" name="Text 2"/>
          <p:cNvSpPr/>
          <p:nvPr/>
        </p:nvSpPr>
        <p:spPr>
          <a:xfrm>
            <a:off x="864037" y="1028462"/>
            <a:ext cx="9216628" cy="812125"/>
          </a:xfrm>
          <a:prstGeom prst="rect">
            <a:avLst/>
          </a:prstGeom>
          <a:noFill/>
          <a:ln/>
        </p:spPr>
        <p:txBody>
          <a:bodyPr wrap="none" rtlCol="0" anchor="t"/>
          <a:lstStyle/>
          <a:p>
            <a:pPr marL="0" indent="0">
              <a:lnSpc>
                <a:spcPts val="6395"/>
              </a:lnSpc>
              <a:buNone/>
            </a:pPr>
            <a:r>
              <a:rPr lang="en-US" sz="5116" b="1" dirty="0">
                <a:solidFill>
                  <a:srgbClr val="9998FF"/>
                </a:solidFill>
                <a:latin typeface="Barlow" pitchFamily="34" charset="0"/>
                <a:ea typeface="Barlow" pitchFamily="34" charset="-122"/>
                <a:cs typeface="Barlow" pitchFamily="34" charset="-120"/>
              </a:rPr>
              <a:t>What is Digital Forensics?</a:t>
            </a:r>
            <a:endParaRPr lang="en-US" sz="5116" dirty="0"/>
          </a:p>
        </p:txBody>
      </p:sp>
      <p:sp>
        <p:nvSpPr>
          <p:cNvPr id="5" name="Text 3"/>
          <p:cNvSpPr/>
          <p:nvPr/>
        </p:nvSpPr>
        <p:spPr>
          <a:xfrm>
            <a:off x="864156" y="1935036"/>
            <a:ext cx="12902327" cy="790099"/>
          </a:xfrm>
          <a:prstGeom prst="rect">
            <a:avLst/>
          </a:prstGeom>
          <a:noFill/>
          <a:ln/>
        </p:spPr>
        <p:txBody>
          <a:bodyPr wrap="square" rtlCol="0" anchor="t"/>
          <a:lstStyle/>
          <a:p>
            <a:pPr marL="0" indent="0">
              <a:lnSpc>
                <a:spcPts val="3110"/>
              </a:lnSpc>
              <a:buNone/>
            </a:pPr>
            <a:r>
              <a:rPr lang="en-US" sz="2400" dirty="0">
                <a:solidFill>
                  <a:srgbClr val="EEEFF5"/>
                </a:solidFill>
                <a:latin typeface="Montserrat" pitchFamily="34" charset="0"/>
                <a:ea typeface="Montserrat" pitchFamily="34" charset="-122"/>
                <a:cs typeface="Montserrat" pitchFamily="34" charset="-120"/>
              </a:rPr>
              <a:t>Digital forensics is the process of identifying, preserving, analyzing, and presenting digital evidence (Kennesaw State University, 2022). Its purpose is to uncover details of an incident for legal or organizational action.</a:t>
            </a:r>
            <a:endParaRPr lang="en-US" sz="2400" dirty="0"/>
          </a:p>
        </p:txBody>
      </p:sp>
      <p:sp>
        <p:nvSpPr>
          <p:cNvPr id="6" name="Shape 4"/>
          <p:cNvSpPr/>
          <p:nvPr/>
        </p:nvSpPr>
        <p:spPr>
          <a:xfrm>
            <a:off x="864037" y="3278624"/>
            <a:ext cx="6327815" cy="1837849"/>
          </a:xfrm>
          <a:prstGeom prst="roundRect">
            <a:avLst>
              <a:gd name="adj" fmla="val 12090"/>
            </a:avLst>
          </a:prstGeom>
          <a:solidFill>
            <a:srgbClr val="282C32"/>
          </a:solidFill>
          <a:ln/>
        </p:spPr>
        <p:txBody>
          <a:bodyPr/>
          <a:lstStyle/>
          <a:p>
            <a:endParaRPr lang="en-US"/>
          </a:p>
        </p:txBody>
      </p:sp>
      <p:sp>
        <p:nvSpPr>
          <p:cNvPr id="7" name="Text 5"/>
          <p:cNvSpPr/>
          <p:nvPr/>
        </p:nvSpPr>
        <p:spPr>
          <a:xfrm>
            <a:off x="1110853" y="3525441"/>
            <a:ext cx="3248501" cy="406003"/>
          </a:xfrm>
          <a:prstGeom prst="rect">
            <a:avLst/>
          </a:prstGeom>
          <a:noFill/>
          <a:ln/>
        </p:spPr>
        <p:txBody>
          <a:bodyPr wrap="none" rtlCol="0" anchor="t"/>
          <a:lstStyle/>
          <a:p>
            <a:pPr marL="0" indent="0">
              <a:lnSpc>
                <a:spcPts val="3197"/>
              </a:lnSpc>
              <a:buNone/>
            </a:pPr>
            <a:endParaRPr lang="en-US" sz="2558" dirty="0"/>
          </a:p>
        </p:txBody>
      </p:sp>
      <p:sp>
        <p:nvSpPr>
          <p:cNvPr id="8" name="Text 6"/>
          <p:cNvSpPr/>
          <p:nvPr/>
        </p:nvSpPr>
        <p:spPr>
          <a:xfrm>
            <a:off x="1110853" y="4079558"/>
            <a:ext cx="5834182" cy="790099"/>
          </a:xfrm>
          <a:prstGeom prst="rect">
            <a:avLst/>
          </a:prstGeom>
          <a:noFill/>
          <a:ln/>
        </p:spPr>
        <p:txBody>
          <a:bodyPr wrap="square" rtlCol="0" anchor="t"/>
          <a:lstStyle/>
          <a:p>
            <a:pPr marL="0" indent="0">
              <a:lnSpc>
                <a:spcPts val="3110"/>
              </a:lnSpc>
              <a:buNone/>
            </a:pPr>
            <a:endParaRPr lang="en-US" sz="1944" dirty="0"/>
          </a:p>
        </p:txBody>
      </p:sp>
      <p:sp>
        <p:nvSpPr>
          <p:cNvPr id="9" name="Shape 7"/>
          <p:cNvSpPr/>
          <p:nvPr/>
        </p:nvSpPr>
        <p:spPr>
          <a:xfrm>
            <a:off x="7438668" y="3278624"/>
            <a:ext cx="6327815" cy="1837849"/>
          </a:xfrm>
          <a:prstGeom prst="roundRect">
            <a:avLst>
              <a:gd name="adj" fmla="val 12090"/>
            </a:avLst>
          </a:prstGeom>
          <a:solidFill>
            <a:srgbClr val="282C32"/>
          </a:solidFill>
          <a:ln/>
        </p:spPr>
        <p:txBody>
          <a:bodyPr/>
          <a:lstStyle/>
          <a:p>
            <a:endParaRPr lang="en-US"/>
          </a:p>
        </p:txBody>
      </p:sp>
      <p:sp>
        <p:nvSpPr>
          <p:cNvPr id="10" name="Text 8"/>
          <p:cNvSpPr/>
          <p:nvPr/>
        </p:nvSpPr>
        <p:spPr>
          <a:xfrm>
            <a:off x="7685484" y="3525441"/>
            <a:ext cx="3248501" cy="406003"/>
          </a:xfrm>
          <a:prstGeom prst="rect">
            <a:avLst/>
          </a:prstGeom>
          <a:noFill/>
          <a:ln/>
        </p:spPr>
        <p:txBody>
          <a:bodyPr wrap="none" rtlCol="0" anchor="t"/>
          <a:lstStyle/>
          <a:p>
            <a:pPr marL="0" indent="0">
              <a:lnSpc>
                <a:spcPts val="3197"/>
              </a:lnSpc>
              <a:buNone/>
            </a:pPr>
            <a:endParaRPr lang="en-US" sz="2558" dirty="0"/>
          </a:p>
        </p:txBody>
      </p:sp>
      <p:sp>
        <p:nvSpPr>
          <p:cNvPr id="11" name="Text 9"/>
          <p:cNvSpPr/>
          <p:nvPr/>
        </p:nvSpPr>
        <p:spPr>
          <a:xfrm>
            <a:off x="7685484" y="4079558"/>
            <a:ext cx="5834182" cy="790099"/>
          </a:xfrm>
          <a:prstGeom prst="rect">
            <a:avLst/>
          </a:prstGeom>
          <a:noFill/>
          <a:ln/>
        </p:spPr>
        <p:txBody>
          <a:bodyPr wrap="square" rtlCol="0" anchor="t"/>
          <a:lstStyle/>
          <a:p>
            <a:pPr marL="0" indent="0">
              <a:lnSpc>
                <a:spcPts val="3110"/>
              </a:lnSpc>
              <a:buNone/>
            </a:pPr>
            <a:endParaRPr lang="en-US" sz="1944" dirty="0"/>
          </a:p>
        </p:txBody>
      </p:sp>
      <p:sp>
        <p:nvSpPr>
          <p:cNvPr id="12" name="Shape 10"/>
          <p:cNvSpPr/>
          <p:nvPr/>
        </p:nvSpPr>
        <p:spPr>
          <a:xfrm>
            <a:off x="864037" y="5363289"/>
            <a:ext cx="6327815" cy="1837849"/>
          </a:xfrm>
          <a:prstGeom prst="roundRect">
            <a:avLst>
              <a:gd name="adj" fmla="val 12090"/>
            </a:avLst>
          </a:prstGeom>
          <a:solidFill>
            <a:srgbClr val="282C32"/>
          </a:solidFill>
          <a:ln/>
        </p:spPr>
        <p:txBody>
          <a:bodyPr/>
          <a:lstStyle/>
          <a:p>
            <a:endParaRPr lang="en-US"/>
          </a:p>
        </p:txBody>
      </p:sp>
      <p:sp>
        <p:nvSpPr>
          <p:cNvPr id="13" name="Text 11"/>
          <p:cNvSpPr/>
          <p:nvPr/>
        </p:nvSpPr>
        <p:spPr>
          <a:xfrm>
            <a:off x="1110853" y="5610106"/>
            <a:ext cx="3248501" cy="406003"/>
          </a:xfrm>
          <a:prstGeom prst="rect">
            <a:avLst/>
          </a:prstGeom>
          <a:noFill/>
          <a:ln/>
        </p:spPr>
        <p:txBody>
          <a:bodyPr wrap="none" rtlCol="0" anchor="t"/>
          <a:lstStyle/>
          <a:p>
            <a:pPr marL="0" indent="0">
              <a:lnSpc>
                <a:spcPts val="3197"/>
              </a:lnSpc>
              <a:buNone/>
            </a:pPr>
            <a:endParaRPr lang="en-US" sz="2558" dirty="0"/>
          </a:p>
        </p:txBody>
      </p:sp>
      <p:sp>
        <p:nvSpPr>
          <p:cNvPr id="14" name="Text 12"/>
          <p:cNvSpPr/>
          <p:nvPr/>
        </p:nvSpPr>
        <p:spPr>
          <a:xfrm>
            <a:off x="1110853" y="6164223"/>
            <a:ext cx="5834182" cy="790099"/>
          </a:xfrm>
          <a:prstGeom prst="rect">
            <a:avLst/>
          </a:prstGeom>
          <a:noFill/>
          <a:ln/>
        </p:spPr>
        <p:txBody>
          <a:bodyPr wrap="square" rtlCol="0" anchor="t"/>
          <a:lstStyle/>
          <a:p>
            <a:pPr marL="0" indent="0">
              <a:lnSpc>
                <a:spcPts val="3110"/>
              </a:lnSpc>
              <a:buNone/>
            </a:pPr>
            <a:endParaRPr lang="en-US" sz="1944" dirty="0"/>
          </a:p>
        </p:txBody>
      </p:sp>
      <p:sp>
        <p:nvSpPr>
          <p:cNvPr id="15" name="Shape 13"/>
          <p:cNvSpPr/>
          <p:nvPr/>
        </p:nvSpPr>
        <p:spPr>
          <a:xfrm>
            <a:off x="7438668" y="5363289"/>
            <a:ext cx="6327815" cy="1837849"/>
          </a:xfrm>
          <a:prstGeom prst="roundRect">
            <a:avLst>
              <a:gd name="adj" fmla="val 12090"/>
            </a:avLst>
          </a:prstGeom>
          <a:solidFill>
            <a:srgbClr val="282C32"/>
          </a:solidFill>
          <a:ln/>
        </p:spPr>
        <p:txBody>
          <a:bodyPr/>
          <a:lstStyle/>
          <a:p>
            <a:endParaRPr lang="en-US"/>
          </a:p>
        </p:txBody>
      </p:sp>
      <p:sp>
        <p:nvSpPr>
          <p:cNvPr id="16" name="Text 14"/>
          <p:cNvSpPr/>
          <p:nvPr/>
        </p:nvSpPr>
        <p:spPr>
          <a:xfrm>
            <a:off x="7685484" y="5610106"/>
            <a:ext cx="3248501" cy="406003"/>
          </a:xfrm>
          <a:prstGeom prst="rect">
            <a:avLst/>
          </a:prstGeom>
          <a:noFill/>
          <a:ln/>
        </p:spPr>
        <p:txBody>
          <a:bodyPr wrap="none" rtlCol="0" anchor="t"/>
          <a:lstStyle/>
          <a:p>
            <a:pPr marL="0" indent="0">
              <a:lnSpc>
                <a:spcPts val="3197"/>
              </a:lnSpc>
              <a:buNone/>
            </a:pPr>
            <a:endParaRPr lang="en-US" sz="2558" dirty="0"/>
          </a:p>
        </p:txBody>
      </p:sp>
      <p:sp>
        <p:nvSpPr>
          <p:cNvPr id="17" name="Text 15"/>
          <p:cNvSpPr/>
          <p:nvPr/>
        </p:nvSpPr>
        <p:spPr>
          <a:xfrm>
            <a:off x="7685484" y="6164223"/>
            <a:ext cx="5834182" cy="790099"/>
          </a:xfrm>
          <a:prstGeom prst="rect">
            <a:avLst/>
          </a:prstGeom>
          <a:noFill/>
          <a:ln/>
        </p:spPr>
        <p:txBody>
          <a:bodyPr wrap="square" rtlCol="0" anchor="t"/>
          <a:lstStyle/>
          <a:p>
            <a:pPr marL="0" indent="0">
              <a:lnSpc>
                <a:spcPts val="3110"/>
              </a:lnSpc>
              <a:buNone/>
            </a:pPr>
            <a:endParaRPr lang="en-US" sz="1944" dirty="0"/>
          </a:p>
        </p:txBody>
      </p:sp>
      <p:graphicFrame>
        <p:nvGraphicFramePr>
          <p:cNvPr id="19" name="Diagram 18">
            <a:extLst>
              <a:ext uri="{FF2B5EF4-FFF2-40B4-BE49-F238E27FC236}">
                <a16:creationId xmlns:a16="http://schemas.microsoft.com/office/drawing/2014/main" id="{03828BE5-FA8E-3DC1-A9EC-64C21C5D0317}"/>
              </a:ext>
            </a:extLst>
          </p:cNvPr>
          <p:cNvGraphicFramePr/>
          <p:nvPr>
            <p:extLst>
              <p:ext uri="{D42A27DB-BD31-4B8C-83A1-F6EECF244321}">
                <p14:modId xmlns:p14="http://schemas.microsoft.com/office/powerpoint/2010/main" val="2534381961"/>
              </p:ext>
            </p:extLst>
          </p:nvPr>
        </p:nvGraphicFramePr>
        <p:xfrm>
          <a:off x="1110853" y="3278624"/>
          <a:ext cx="11723412" cy="48422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a:p>
        </p:txBody>
      </p:sp>
      <p:sp>
        <p:nvSpPr>
          <p:cNvPr id="3" name="Shape 1"/>
          <p:cNvSpPr/>
          <p:nvPr/>
        </p:nvSpPr>
        <p:spPr>
          <a:xfrm>
            <a:off x="0" y="0"/>
            <a:ext cx="14630400" cy="8229600"/>
          </a:xfrm>
          <a:prstGeom prst="rect">
            <a:avLst/>
          </a:prstGeom>
          <a:solidFill>
            <a:srgbClr val="282C32"/>
          </a:solidFill>
          <a:ln/>
        </p:spPr>
        <p:txBody>
          <a:bodyPr/>
          <a:lstStyle/>
          <a:p>
            <a:endParaRPr lang="en-US"/>
          </a:p>
        </p:txBody>
      </p:sp>
      <p:sp>
        <p:nvSpPr>
          <p:cNvPr id="4" name="Text 2"/>
          <p:cNvSpPr/>
          <p:nvPr/>
        </p:nvSpPr>
        <p:spPr>
          <a:xfrm>
            <a:off x="864037" y="1325953"/>
            <a:ext cx="6497003" cy="812125"/>
          </a:xfrm>
          <a:prstGeom prst="rect">
            <a:avLst/>
          </a:prstGeom>
          <a:noFill/>
          <a:ln/>
        </p:spPr>
        <p:txBody>
          <a:bodyPr wrap="none" rtlCol="0" anchor="t"/>
          <a:lstStyle/>
          <a:p>
            <a:pPr marL="0" indent="0">
              <a:lnSpc>
                <a:spcPts val="6395"/>
              </a:lnSpc>
              <a:buNone/>
            </a:pPr>
            <a:r>
              <a:rPr lang="en-US" sz="5116" b="1" dirty="0">
                <a:solidFill>
                  <a:srgbClr val="9998FF"/>
                </a:solidFill>
                <a:latin typeface="Barlow" pitchFamily="34" charset="0"/>
                <a:ea typeface="Barlow" pitchFamily="34" charset="-122"/>
                <a:cs typeface="Barlow" pitchFamily="34" charset="-120"/>
              </a:rPr>
              <a:t>Incident Recognition</a:t>
            </a:r>
            <a:endParaRPr lang="en-US" sz="5116" dirty="0"/>
          </a:p>
        </p:txBody>
      </p:sp>
      <p:sp>
        <p:nvSpPr>
          <p:cNvPr id="5" name="Text 3"/>
          <p:cNvSpPr/>
          <p:nvPr/>
        </p:nvSpPr>
        <p:spPr>
          <a:xfrm>
            <a:off x="864037" y="2615024"/>
            <a:ext cx="12902327" cy="790099"/>
          </a:xfrm>
          <a:prstGeom prst="rect">
            <a:avLst/>
          </a:prstGeom>
          <a:noFill/>
          <a:ln/>
        </p:spPr>
        <p:txBody>
          <a:bodyPr wrap="square" rtlCol="0" anchor="t"/>
          <a:lstStyle/>
          <a:p>
            <a:pPr marL="0" indent="0">
              <a:lnSpc>
                <a:spcPts val="3110"/>
              </a:lnSpc>
              <a:buNone/>
            </a:pPr>
            <a:r>
              <a:rPr lang="en-US" sz="2400" dirty="0">
                <a:solidFill>
                  <a:srgbClr val="EEEFF5"/>
                </a:solidFill>
                <a:latin typeface="Montserrat" pitchFamily="34" charset="0"/>
                <a:ea typeface="Montserrat" pitchFamily="34" charset="-122"/>
                <a:cs typeface="Montserrat" pitchFamily="34" charset="-120"/>
              </a:rPr>
              <a:t>Identifying signs of an incident is crucial. This includes detecting unusual activity or data breaches (SANS Institute, 2021), such as unauthorized access attempts or suspicious file changes.</a:t>
            </a:r>
            <a:endParaRPr lang="en-US" sz="2400" dirty="0"/>
          </a:p>
        </p:txBody>
      </p:sp>
      <p:sp>
        <p:nvSpPr>
          <p:cNvPr id="7" name="Text 4"/>
          <p:cNvSpPr/>
          <p:nvPr/>
        </p:nvSpPr>
        <p:spPr>
          <a:xfrm>
            <a:off x="864037" y="4802267"/>
            <a:ext cx="3248501" cy="406003"/>
          </a:xfrm>
          <a:prstGeom prst="rect">
            <a:avLst/>
          </a:prstGeom>
          <a:noFill/>
          <a:ln/>
        </p:spPr>
        <p:txBody>
          <a:bodyPr wrap="none" rtlCol="0" anchor="t"/>
          <a:lstStyle/>
          <a:p>
            <a:pPr marL="0" indent="0" algn="l">
              <a:lnSpc>
                <a:spcPts val="3197"/>
              </a:lnSpc>
              <a:buNone/>
            </a:pPr>
            <a:endParaRPr lang="en-US" sz="2558" dirty="0"/>
          </a:p>
        </p:txBody>
      </p:sp>
      <p:sp>
        <p:nvSpPr>
          <p:cNvPr id="8" name="Text 5"/>
          <p:cNvSpPr/>
          <p:nvPr/>
        </p:nvSpPr>
        <p:spPr>
          <a:xfrm>
            <a:off x="864037" y="5356384"/>
            <a:ext cx="4053840" cy="790099"/>
          </a:xfrm>
          <a:prstGeom prst="rect">
            <a:avLst/>
          </a:prstGeom>
          <a:noFill/>
          <a:ln/>
        </p:spPr>
        <p:txBody>
          <a:bodyPr wrap="square" rtlCol="0" anchor="t"/>
          <a:lstStyle/>
          <a:p>
            <a:pPr marL="0" indent="0" algn="l">
              <a:lnSpc>
                <a:spcPts val="3110"/>
              </a:lnSpc>
              <a:buNone/>
            </a:pPr>
            <a:endParaRPr lang="en-US" sz="1944" dirty="0"/>
          </a:p>
        </p:txBody>
      </p:sp>
      <p:sp>
        <p:nvSpPr>
          <p:cNvPr id="10" name="Text 6"/>
          <p:cNvSpPr/>
          <p:nvPr/>
        </p:nvSpPr>
        <p:spPr>
          <a:xfrm>
            <a:off x="5288161" y="4802267"/>
            <a:ext cx="3248501" cy="406003"/>
          </a:xfrm>
          <a:prstGeom prst="rect">
            <a:avLst/>
          </a:prstGeom>
          <a:noFill/>
          <a:ln/>
        </p:spPr>
        <p:txBody>
          <a:bodyPr wrap="none" rtlCol="0" anchor="t"/>
          <a:lstStyle/>
          <a:p>
            <a:pPr marL="0" indent="0" algn="l">
              <a:lnSpc>
                <a:spcPts val="3197"/>
              </a:lnSpc>
              <a:buNone/>
            </a:pPr>
            <a:endParaRPr lang="en-US" sz="2558" dirty="0"/>
          </a:p>
        </p:txBody>
      </p:sp>
      <p:sp>
        <p:nvSpPr>
          <p:cNvPr id="11" name="Text 7"/>
          <p:cNvSpPr/>
          <p:nvPr/>
        </p:nvSpPr>
        <p:spPr>
          <a:xfrm>
            <a:off x="5288161" y="5356384"/>
            <a:ext cx="4053959" cy="1185148"/>
          </a:xfrm>
          <a:prstGeom prst="rect">
            <a:avLst/>
          </a:prstGeom>
          <a:noFill/>
          <a:ln/>
        </p:spPr>
        <p:txBody>
          <a:bodyPr wrap="square" rtlCol="0" anchor="t"/>
          <a:lstStyle/>
          <a:p>
            <a:pPr marL="0" indent="0" algn="l">
              <a:lnSpc>
                <a:spcPts val="3110"/>
              </a:lnSpc>
              <a:buNone/>
            </a:pPr>
            <a:endParaRPr lang="en-US" sz="1944" dirty="0"/>
          </a:p>
        </p:txBody>
      </p:sp>
      <p:sp>
        <p:nvSpPr>
          <p:cNvPr id="13" name="Text 8"/>
          <p:cNvSpPr/>
          <p:nvPr/>
        </p:nvSpPr>
        <p:spPr>
          <a:xfrm>
            <a:off x="9712404" y="4802267"/>
            <a:ext cx="3248501" cy="406003"/>
          </a:xfrm>
          <a:prstGeom prst="rect">
            <a:avLst/>
          </a:prstGeom>
          <a:noFill/>
          <a:ln/>
        </p:spPr>
        <p:txBody>
          <a:bodyPr wrap="none" rtlCol="0" anchor="t"/>
          <a:lstStyle/>
          <a:p>
            <a:pPr marL="0" indent="0" algn="l">
              <a:lnSpc>
                <a:spcPts val="3197"/>
              </a:lnSpc>
              <a:buNone/>
            </a:pPr>
            <a:endParaRPr lang="en-US" sz="2558" dirty="0"/>
          </a:p>
        </p:txBody>
      </p:sp>
      <p:sp>
        <p:nvSpPr>
          <p:cNvPr id="14" name="Text 9"/>
          <p:cNvSpPr/>
          <p:nvPr/>
        </p:nvSpPr>
        <p:spPr>
          <a:xfrm>
            <a:off x="9712404" y="5356384"/>
            <a:ext cx="4053959" cy="790099"/>
          </a:xfrm>
          <a:prstGeom prst="rect">
            <a:avLst/>
          </a:prstGeom>
          <a:noFill/>
          <a:ln/>
        </p:spPr>
        <p:txBody>
          <a:bodyPr wrap="square" rtlCol="0" anchor="t"/>
          <a:lstStyle/>
          <a:p>
            <a:pPr marL="0" indent="0" algn="l">
              <a:lnSpc>
                <a:spcPts val="3110"/>
              </a:lnSpc>
              <a:buNone/>
            </a:pPr>
            <a:endParaRPr lang="en-US" sz="1944" dirty="0"/>
          </a:p>
        </p:txBody>
      </p:sp>
      <p:graphicFrame>
        <p:nvGraphicFramePr>
          <p:cNvPr id="17" name="Diagram 16">
            <a:extLst>
              <a:ext uri="{FF2B5EF4-FFF2-40B4-BE49-F238E27FC236}">
                <a16:creationId xmlns:a16="http://schemas.microsoft.com/office/drawing/2014/main" id="{A5642863-CE89-180B-F1F6-83C40E506EA3}"/>
              </a:ext>
            </a:extLst>
          </p:cNvPr>
          <p:cNvGraphicFramePr/>
          <p:nvPr>
            <p:extLst>
              <p:ext uri="{D42A27DB-BD31-4B8C-83A1-F6EECF244321}">
                <p14:modId xmlns:p14="http://schemas.microsoft.com/office/powerpoint/2010/main" val="285775301"/>
              </p:ext>
            </p:extLst>
          </p:nvPr>
        </p:nvGraphicFramePr>
        <p:xfrm>
          <a:off x="1381527" y="4209830"/>
          <a:ext cx="11061767" cy="32257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a:p>
        </p:txBody>
      </p:sp>
      <p:sp>
        <p:nvSpPr>
          <p:cNvPr id="3" name="Shape 1"/>
          <p:cNvSpPr/>
          <p:nvPr/>
        </p:nvSpPr>
        <p:spPr>
          <a:xfrm>
            <a:off x="0" y="0"/>
            <a:ext cx="14630400" cy="8229600"/>
          </a:xfrm>
          <a:prstGeom prst="rect">
            <a:avLst/>
          </a:prstGeom>
          <a:solidFill>
            <a:srgbClr val="282C32"/>
          </a:solidFill>
          <a:ln/>
        </p:spPr>
        <p:txBody>
          <a:bodyPr/>
          <a:lstStyle/>
          <a:p>
            <a:endParaRPr lang="en-US" dirty="0"/>
          </a:p>
        </p:txBody>
      </p:sp>
      <p:sp>
        <p:nvSpPr>
          <p:cNvPr id="4" name="Text 2"/>
          <p:cNvSpPr/>
          <p:nvPr/>
        </p:nvSpPr>
        <p:spPr>
          <a:xfrm>
            <a:off x="1542752" y="1327116"/>
            <a:ext cx="5283637" cy="660440"/>
          </a:xfrm>
          <a:prstGeom prst="rect">
            <a:avLst/>
          </a:prstGeom>
          <a:noFill/>
          <a:ln/>
        </p:spPr>
        <p:txBody>
          <a:bodyPr wrap="none" rtlCol="0" anchor="t"/>
          <a:lstStyle/>
          <a:p>
            <a:pPr marL="0" indent="0">
              <a:lnSpc>
                <a:spcPts val="5201"/>
              </a:lnSpc>
              <a:buNone/>
            </a:pPr>
            <a:r>
              <a:rPr lang="en-US" sz="4160" b="1" dirty="0">
                <a:solidFill>
                  <a:srgbClr val="9998FF"/>
                </a:solidFill>
                <a:latin typeface="Barlow" pitchFamily="34" charset="0"/>
                <a:ea typeface="Barlow" pitchFamily="34" charset="-122"/>
                <a:cs typeface="Barlow" pitchFamily="34" charset="-120"/>
              </a:rPr>
              <a:t>Evidence Gathering</a:t>
            </a:r>
            <a:endParaRPr lang="en-US" sz="4160" dirty="0"/>
          </a:p>
        </p:txBody>
      </p:sp>
      <p:sp>
        <p:nvSpPr>
          <p:cNvPr id="5" name="Text 3"/>
          <p:cNvSpPr/>
          <p:nvPr/>
        </p:nvSpPr>
        <p:spPr>
          <a:xfrm>
            <a:off x="1542752" y="2390546"/>
            <a:ext cx="11544895" cy="642223"/>
          </a:xfrm>
          <a:prstGeom prst="rect">
            <a:avLst/>
          </a:prstGeom>
          <a:noFill/>
          <a:ln/>
        </p:spPr>
        <p:txBody>
          <a:bodyPr wrap="square" rtlCol="0" anchor="t"/>
          <a:lstStyle/>
          <a:p>
            <a:pPr marL="0" indent="0">
              <a:lnSpc>
                <a:spcPts val="2530"/>
              </a:lnSpc>
              <a:buNone/>
            </a:pPr>
            <a:r>
              <a:rPr lang="en-US" sz="2800" dirty="0">
                <a:solidFill>
                  <a:srgbClr val="EEEFF5"/>
                </a:solidFill>
                <a:latin typeface="Montserrat" pitchFamily="34" charset="0"/>
                <a:ea typeface="Montserrat" pitchFamily="34" charset="-122"/>
                <a:cs typeface="Montserrat" pitchFamily="34" charset="-120"/>
              </a:rPr>
              <a:t>Collecting data from devices, networks, and other sources is a critical step. Forensic experts use specialized tools and methods to capture data without altering it (Brown, 2021).</a:t>
            </a:r>
            <a:endParaRPr lang="en-US" sz="2800" dirty="0"/>
          </a:p>
        </p:txBody>
      </p:sp>
      <p:sp>
        <p:nvSpPr>
          <p:cNvPr id="7" name="Text 5"/>
          <p:cNvSpPr/>
          <p:nvPr/>
        </p:nvSpPr>
        <p:spPr>
          <a:xfrm>
            <a:off x="1787604" y="2675334"/>
            <a:ext cx="112276" cy="317063"/>
          </a:xfrm>
          <a:prstGeom prst="rect">
            <a:avLst/>
          </a:prstGeom>
          <a:noFill/>
          <a:ln/>
        </p:spPr>
        <p:txBody>
          <a:bodyPr wrap="none" rtlCol="0" anchor="t"/>
          <a:lstStyle/>
          <a:p>
            <a:pPr marL="0" indent="0" algn="ctr">
              <a:lnSpc>
                <a:spcPts val="2496"/>
              </a:lnSpc>
              <a:buNone/>
            </a:pPr>
            <a:endParaRPr lang="en-US" sz="2496" dirty="0"/>
          </a:p>
        </p:txBody>
      </p:sp>
      <p:sp>
        <p:nvSpPr>
          <p:cNvPr id="8" name="Text 6"/>
          <p:cNvSpPr/>
          <p:nvPr/>
        </p:nvSpPr>
        <p:spPr>
          <a:xfrm>
            <a:off x="2947987" y="2582942"/>
            <a:ext cx="2641759" cy="330160"/>
          </a:xfrm>
          <a:prstGeom prst="rect">
            <a:avLst/>
          </a:prstGeom>
          <a:noFill/>
          <a:ln/>
        </p:spPr>
        <p:txBody>
          <a:bodyPr wrap="none" rtlCol="0" anchor="t"/>
          <a:lstStyle/>
          <a:p>
            <a:pPr marL="0" indent="0" algn="l">
              <a:lnSpc>
                <a:spcPts val="2600"/>
              </a:lnSpc>
              <a:buNone/>
            </a:pPr>
            <a:endParaRPr lang="en-US" sz="2080" dirty="0"/>
          </a:p>
        </p:txBody>
      </p:sp>
      <p:sp>
        <p:nvSpPr>
          <p:cNvPr id="9" name="Text 7"/>
          <p:cNvSpPr/>
          <p:nvPr/>
        </p:nvSpPr>
        <p:spPr>
          <a:xfrm>
            <a:off x="2947987" y="3033474"/>
            <a:ext cx="10139601" cy="321112"/>
          </a:xfrm>
          <a:prstGeom prst="rect">
            <a:avLst/>
          </a:prstGeom>
          <a:noFill/>
          <a:ln/>
        </p:spPr>
        <p:txBody>
          <a:bodyPr wrap="none" rtlCol="0" anchor="t"/>
          <a:lstStyle/>
          <a:p>
            <a:pPr marL="0" indent="0" algn="l">
              <a:lnSpc>
                <a:spcPts val="2530"/>
              </a:lnSpc>
              <a:buNone/>
            </a:pPr>
            <a:endParaRPr lang="en-US" sz="1581" dirty="0"/>
          </a:p>
        </p:txBody>
      </p:sp>
      <p:sp>
        <p:nvSpPr>
          <p:cNvPr id="11" name="Text 9"/>
          <p:cNvSpPr/>
          <p:nvPr/>
        </p:nvSpPr>
        <p:spPr>
          <a:xfrm>
            <a:off x="1754981" y="4049197"/>
            <a:ext cx="177522" cy="317063"/>
          </a:xfrm>
          <a:prstGeom prst="rect">
            <a:avLst/>
          </a:prstGeom>
          <a:noFill/>
          <a:ln/>
        </p:spPr>
        <p:txBody>
          <a:bodyPr wrap="none" rtlCol="0" anchor="t"/>
          <a:lstStyle/>
          <a:p>
            <a:pPr marL="0" indent="0" algn="ctr">
              <a:lnSpc>
                <a:spcPts val="2496"/>
              </a:lnSpc>
              <a:buNone/>
            </a:pPr>
            <a:endParaRPr lang="en-US" sz="2496" dirty="0"/>
          </a:p>
        </p:txBody>
      </p:sp>
      <p:sp>
        <p:nvSpPr>
          <p:cNvPr id="12" name="Text 10"/>
          <p:cNvSpPr/>
          <p:nvPr/>
        </p:nvSpPr>
        <p:spPr>
          <a:xfrm>
            <a:off x="2947987" y="3956804"/>
            <a:ext cx="2641759" cy="330160"/>
          </a:xfrm>
          <a:prstGeom prst="rect">
            <a:avLst/>
          </a:prstGeom>
          <a:noFill/>
          <a:ln/>
        </p:spPr>
        <p:txBody>
          <a:bodyPr wrap="none" rtlCol="0" anchor="t"/>
          <a:lstStyle/>
          <a:p>
            <a:pPr marL="0" indent="0" algn="l">
              <a:lnSpc>
                <a:spcPts val="2600"/>
              </a:lnSpc>
              <a:buNone/>
            </a:pPr>
            <a:endParaRPr lang="en-US" sz="2080" dirty="0"/>
          </a:p>
        </p:txBody>
      </p:sp>
      <p:sp>
        <p:nvSpPr>
          <p:cNvPr id="13" name="Text 11"/>
          <p:cNvSpPr/>
          <p:nvPr/>
        </p:nvSpPr>
        <p:spPr>
          <a:xfrm>
            <a:off x="2947987" y="4407337"/>
            <a:ext cx="10139601" cy="321112"/>
          </a:xfrm>
          <a:prstGeom prst="rect">
            <a:avLst/>
          </a:prstGeom>
          <a:noFill/>
          <a:ln/>
        </p:spPr>
        <p:txBody>
          <a:bodyPr wrap="none" rtlCol="0" anchor="t"/>
          <a:lstStyle/>
          <a:p>
            <a:pPr marL="0" indent="0" algn="l">
              <a:lnSpc>
                <a:spcPts val="2530"/>
              </a:lnSpc>
              <a:buNone/>
            </a:pPr>
            <a:endParaRPr lang="en-US" sz="1581" dirty="0"/>
          </a:p>
        </p:txBody>
      </p:sp>
      <p:sp>
        <p:nvSpPr>
          <p:cNvPr id="15" name="Text 13"/>
          <p:cNvSpPr/>
          <p:nvPr/>
        </p:nvSpPr>
        <p:spPr>
          <a:xfrm>
            <a:off x="1758196" y="5423059"/>
            <a:ext cx="171212" cy="317063"/>
          </a:xfrm>
          <a:prstGeom prst="rect">
            <a:avLst/>
          </a:prstGeom>
          <a:noFill/>
          <a:ln/>
        </p:spPr>
        <p:txBody>
          <a:bodyPr wrap="none" rtlCol="0" anchor="t"/>
          <a:lstStyle/>
          <a:p>
            <a:pPr marL="0" indent="0" algn="ctr">
              <a:lnSpc>
                <a:spcPts val="2496"/>
              </a:lnSpc>
              <a:buNone/>
            </a:pPr>
            <a:endParaRPr lang="en-US" sz="2496" dirty="0"/>
          </a:p>
        </p:txBody>
      </p:sp>
      <p:sp>
        <p:nvSpPr>
          <p:cNvPr id="16" name="Text 14"/>
          <p:cNvSpPr/>
          <p:nvPr/>
        </p:nvSpPr>
        <p:spPr>
          <a:xfrm>
            <a:off x="2947987" y="5330666"/>
            <a:ext cx="2641759" cy="330160"/>
          </a:xfrm>
          <a:prstGeom prst="rect">
            <a:avLst/>
          </a:prstGeom>
          <a:noFill/>
          <a:ln/>
        </p:spPr>
        <p:txBody>
          <a:bodyPr wrap="none" rtlCol="0" anchor="t"/>
          <a:lstStyle/>
          <a:p>
            <a:pPr marL="0" indent="0" algn="l">
              <a:lnSpc>
                <a:spcPts val="2600"/>
              </a:lnSpc>
              <a:buNone/>
            </a:pPr>
            <a:endParaRPr lang="en-US" sz="2080" dirty="0"/>
          </a:p>
        </p:txBody>
      </p:sp>
      <p:sp>
        <p:nvSpPr>
          <p:cNvPr id="17" name="Text 15"/>
          <p:cNvSpPr/>
          <p:nvPr/>
        </p:nvSpPr>
        <p:spPr>
          <a:xfrm>
            <a:off x="2947987" y="5781199"/>
            <a:ext cx="10139601" cy="321112"/>
          </a:xfrm>
          <a:prstGeom prst="rect">
            <a:avLst/>
          </a:prstGeom>
          <a:noFill/>
          <a:ln/>
        </p:spPr>
        <p:txBody>
          <a:bodyPr wrap="none" rtlCol="0" anchor="t"/>
          <a:lstStyle/>
          <a:p>
            <a:pPr marL="0" indent="0" algn="l">
              <a:lnSpc>
                <a:spcPts val="2530"/>
              </a:lnSpc>
              <a:buNone/>
            </a:pPr>
            <a:endParaRPr lang="en-US" sz="1581" dirty="0"/>
          </a:p>
        </p:txBody>
      </p:sp>
      <p:sp>
        <p:nvSpPr>
          <p:cNvPr id="19" name="Text 17"/>
          <p:cNvSpPr/>
          <p:nvPr/>
        </p:nvSpPr>
        <p:spPr>
          <a:xfrm>
            <a:off x="1747838" y="6796921"/>
            <a:ext cx="191810" cy="317063"/>
          </a:xfrm>
          <a:prstGeom prst="rect">
            <a:avLst/>
          </a:prstGeom>
          <a:noFill/>
          <a:ln/>
        </p:spPr>
        <p:txBody>
          <a:bodyPr wrap="none" rtlCol="0" anchor="t"/>
          <a:lstStyle/>
          <a:p>
            <a:pPr marL="0" indent="0" algn="ctr">
              <a:lnSpc>
                <a:spcPts val="2496"/>
              </a:lnSpc>
              <a:buNone/>
            </a:pPr>
            <a:endParaRPr lang="en-US" sz="2496" dirty="0"/>
          </a:p>
        </p:txBody>
      </p:sp>
      <p:sp>
        <p:nvSpPr>
          <p:cNvPr id="20" name="Text 18"/>
          <p:cNvSpPr/>
          <p:nvPr/>
        </p:nvSpPr>
        <p:spPr>
          <a:xfrm>
            <a:off x="2947987" y="6704528"/>
            <a:ext cx="3016925" cy="330160"/>
          </a:xfrm>
          <a:prstGeom prst="rect">
            <a:avLst/>
          </a:prstGeom>
          <a:noFill/>
          <a:ln/>
        </p:spPr>
        <p:txBody>
          <a:bodyPr wrap="none" rtlCol="0" anchor="t"/>
          <a:lstStyle/>
          <a:p>
            <a:pPr marL="0" indent="0" algn="l">
              <a:lnSpc>
                <a:spcPts val="2600"/>
              </a:lnSpc>
              <a:buNone/>
            </a:pPr>
            <a:endParaRPr lang="en-US" sz="2080" dirty="0"/>
          </a:p>
        </p:txBody>
      </p:sp>
      <p:sp>
        <p:nvSpPr>
          <p:cNvPr id="21" name="Text 19"/>
          <p:cNvSpPr/>
          <p:nvPr/>
        </p:nvSpPr>
        <p:spPr>
          <a:xfrm>
            <a:off x="2947987" y="7155061"/>
            <a:ext cx="10139601" cy="321112"/>
          </a:xfrm>
          <a:prstGeom prst="rect">
            <a:avLst/>
          </a:prstGeom>
          <a:noFill/>
          <a:ln/>
        </p:spPr>
        <p:txBody>
          <a:bodyPr wrap="none" rtlCol="0" anchor="t"/>
          <a:lstStyle/>
          <a:p>
            <a:pPr marL="0" indent="0" algn="l">
              <a:lnSpc>
                <a:spcPts val="2530"/>
              </a:lnSpc>
              <a:buNone/>
            </a:pPr>
            <a:endParaRPr lang="en-US" sz="1581" dirty="0"/>
          </a:p>
        </p:txBody>
      </p:sp>
      <p:graphicFrame>
        <p:nvGraphicFramePr>
          <p:cNvPr id="23" name="Diagram 22">
            <a:extLst>
              <a:ext uri="{FF2B5EF4-FFF2-40B4-BE49-F238E27FC236}">
                <a16:creationId xmlns:a16="http://schemas.microsoft.com/office/drawing/2014/main" id="{4F7CB206-C5E6-4F9C-E3F4-1DC108849919}"/>
              </a:ext>
            </a:extLst>
          </p:cNvPr>
          <p:cNvGraphicFramePr/>
          <p:nvPr>
            <p:extLst>
              <p:ext uri="{D42A27DB-BD31-4B8C-83A1-F6EECF244321}">
                <p14:modId xmlns:p14="http://schemas.microsoft.com/office/powerpoint/2010/main" val="2936380650"/>
              </p:ext>
            </p:extLst>
          </p:nvPr>
        </p:nvGraphicFramePr>
        <p:xfrm>
          <a:off x="1747838" y="2156340"/>
          <a:ext cx="12683270" cy="57919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a:p>
        </p:txBody>
      </p:sp>
      <p:sp>
        <p:nvSpPr>
          <p:cNvPr id="3" name="Shape 1"/>
          <p:cNvSpPr/>
          <p:nvPr/>
        </p:nvSpPr>
        <p:spPr>
          <a:xfrm>
            <a:off x="0" y="0"/>
            <a:ext cx="14630400" cy="8229600"/>
          </a:xfrm>
          <a:prstGeom prst="rect">
            <a:avLst/>
          </a:prstGeom>
          <a:solidFill>
            <a:srgbClr val="282C32"/>
          </a:solidFill>
          <a:ln/>
        </p:spPr>
        <p:txBody>
          <a:bodyPr/>
          <a:lstStyle/>
          <a:p>
            <a:endParaRPr lang="en-US"/>
          </a:p>
        </p:txBody>
      </p:sp>
      <p:sp>
        <p:nvSpPr>
          <p:cNvPr id="4" name="Text 2"/>
          <p:cNvSpPr/>
          <p:nvPr/>
        </p:nvSpPr>
        <p:spPr>
          <a:xfrm>
            <a:off x="864037" y="898088"/>
            <a:ext cx="6497003" cy="812125"/>
          </a:xfrm>
          <a:prstGeom prst="rect">
            <a:avLst/>
          </a:prstGeom>
          <a:noFill/>
          <a:ln/>
        </p:spPr>
        <p:txBody>
          <a:bodyPr wrap="none" rtlCol="0" anchor="t"/>
          <a:lstStyle/>
          <a:p>
            <a:pPr marL="0" indent="0">
              <a:lnSpc>
                <a:spcPts val="6395"/>
              </a:lnSpc>
              <a:buNone/>
            </a:pPr>
            <a:r>
              <a:rPr lang="en-US" sz="5116" b="1" dirty="0">
                <a:solidFill>
                  <a:srgbClr val="9998FF"/>
                </a:solidFill>
                <a:latin typeface="Barlow" pitchFamily="34" charset="0"/>
                <a:ea typeface="Barlow" pitchFamily="34" charset="-122"/>
                <a:cs typeface="Barlow" pitchFamily="34" charset="-120"/>
              </a:rPr>
              <a:t>Evidence Preservation</a:t>
            </a:r>
            <a:endParaRPr lang="en-US" sz="5116" dirty="0"/>
          </a:p>
        </p:txBody>
      </p:sp>
      <p:sp>
        <p:nvSpPr>
          <p:cNvPr id="5" name="Text 3"/>
          <p:cNvSpPr/>
          <p:nvPr/>
        </p:nvSpPr>
        <p:spPr>
          <a:xfrm>
            <a:off x="864036" y="1853399"/>
            <a:ext cx="12902327" cy="790099"/>
          </a:xfrm>
          <a:prstGeom prst="rect">
            <a:avLst/>
          </a:prstGeom>
          <a:noFill/>
          <a:ln/>
        </p:spPr>
        <p:txBody>
          <a:bodyPr wrap="square" rtlCol="0" anchor="t"/>
          <a:lstStyle/>
          <a:p>
            <a:pPr marL="0" indent="0">
              <a:lnSpc>
                <a:spcPts val="3110"/>
              </a:lnSpc>
              <a:buNone/>
            </a:pPr>
            <a:r>
              <a:rPr lang="en-US" sz="2400" dirty="0">
                <a:solidFill>
                  <a:srgbClr val="EEEFF5"/>
                </a:solidFill>
                <a:latin typeface="Montserrat" pitchFamily="34" charset="0"/>
                <a:ea typeface="Montserrat" pitchFamily="34" charset="-122"/>
                <a:cs typeface="Montserrat" pitchFamily="34" charset="-120"/>
              </a:rPr>
              <a:t>Ensuring the integrity of evidence is crucial. This involves preventing tampering or loss. Key practices include creating forensic images and documenting the chain of custody (Miller, 2022).</a:t>
            </a:r>
            <a:endParaRPr lang="en-US" sz="2400" dirty="0"/>
          </a:p>
        </p:txBody>
      </p:sp>
      <p:sp>
        <p:nvSpPr>
          <p:cNvPr id="6" name="Text 4"/>
          <p:cNvSpPr/>
          <p:nvPr/>
        </p:nvSpPr>
        <p:spPr>
          <a:xfrm>
            <a:off x="864037" y="3518535"/>
            <a:ext cx="3248501" cy="406003"/>
          </a:xfrm>
          <a:prstGeom prst="rect">
            <a:avLst/>
          </a:prstGeom>
          <a:noFill/>
          <a:ln/>
        </p:spPr>
        <p:txBody>
          <a:bodyPr wrap="none" rtlCol="0" anchor="t"/>
          <a:lstStyle/>
          <a:p>
            <a:pPr marL="0" indent="0">
              <a:lnSpc>
                <a:spcPts val="3197"/>
              </a:lnSpc>
              <a:buNone/>
            </a:pPr>
            <a:endParaRPr lang="en-US" sz="2558" dirty="0"/>
          </a:p>
        </p:txBody>
      </p:sp>
      <p:sp>
        <p:nvSpPr>
          <p:cNvPr id="7" name="Text 5"/>
          <p:cNvSpPr/>
          <p:nvPr/>
        </p:nvSpPr>
        <p:spPr>
          <a:xfrm>
            <a:off x="864037" y="4171355"/>
            <a:ext cx="3898821" cy="1185148"/>
          </a:xfrm>
          <a:prstGeom prst="rect">
            <a:avLst/>
          </a:prstGeom>
          <a:noFill/>
          <a:ln/>
        </p:spPr>
        <p:txBody>
          <a:bodyPr wrap="square" rtlCol="0" anchor="t"/>
          <a:lstStyle/>
          <a:p>
            <a:pPr marL="0" indent="0">
              <a:lnSpc>
                <a:spcPts val="3110"/>
              </a:lnSpc>
              <a:buNone/>
            </a:pPr>
            <a:endParaRPr lang="en-US" sz="1944" dirty="0"/>
          </a:p>
        </p:txBody>
      </p:sp>
      <p:sp>
        <p:nvSpPr>
          <p:cNvPr id="8" name="Text 6"/>
          <p:cNvSpPr/>
          <p:nvPr/>
        </p:nvSpPr>
        <p:spPr>
          <a:xfrm>
            <a:off x="1258967" y="5578673"/>
            <a:ext cx="3503890" cy="790099"/>
          </a:xfrm>
          <a:prstGeom prst="rect">
            <a:avLst/>
          </a:prstGeom>
          <a:noFill/>
          <a:ln/>
        </p:spPr>
        <p:txBody>
          <a:bodyPr wrap="square" rtlCol="0" anchor="t"/>
          <a:lstStyle/>
          <a:p>
            <a:pPr marL="342900" indent="-342900" algn="l">
              <a:lnSpc>
                <a:spcPts val="3110"/>
              </a:lnSpc>
              <a:buSzPct val="100000"/>
              <a:buChar char="•"/>
            </a:pPr>
            <a:endParaRPr lang="en-US" sz="1944" dirty="0"/>
          </a:p>
        </p:txBody>
      </p:sp>
      <p:sp>
        <p:nvSpPr>
          <p:cNvPr id="9" name="Text 7"/>
          <p:cNvSpPr/>
          <p:nvPr/>
        </p:nvSpPr>
        <p:spPr>
          <a:xfrm>
            <a:off x="1258967" y="6455093"/>
            <a:ext cx="3503890" cy="790099"/>
          </a:xfrm>
          <a:prstGeom prst="rect">
            <a:avLst/>
          </a:prstGeom>
          <a:noFill/>
          <a:ln/>
        </p:spPr>
        <p:txBody>
          <a:bodyPr wrap="square" rtlCol="0" anchor="t"/>
          <a:lstStyle/>
          <a:p>
            <a:pPr marL="342900" indent="-342900" algn="l">
              <a:lnSpc>
                <a:spcPts val="3110"/>
              </a:lnSpc>
              <a:buSzPct val="100000"/>
              <a:buChar char="•"/>
            </a:pPr>
            <a:endParaRPr lang="en-US" sz="1944" dirty="0"/>
          </a:p>
        </p:txBody>
      </p:sp>
      <p:sp>
        <p:nvSpPr>
          <p:cNvPr id="10" name="Text 8"/>
          <p:cNvSpPr/>
          <p:nvPr/>
        </p:nvSpPr>
        <p:spPr>
          <a:xfrm>
            <a:off x="5372695" y="3518535"/>
            <a:ext cx="3248501" cy="406003"/>
          </a:xfrm>
          <a:prstGeom prst="rect">
            <a:avLst/>
          </a:prstGeom>
          <a:noFill/>
          <a:ln/>
        </p:spPr>
        <p:txBody>
          <a:bodyPr wrap="none" rtlCol="0" anchor="t"/>
          <a:lstStyle/>
          <a:p>
            <a:pPr marL="0" indent="0">
              <a:lnSpc>
                <a:spcPts val="3197"/>
              </a:lnSpc>
              <a:buNone/>
            </a:pPr>
            <a:endParaRPr lang="en-US" sz="2558" dirty="0"/>
          </a:p>
        </p:txBody>
      </p:sp>
      <p:sp>
        <p:nvSpPr>
          <p:cNvPr id="11" name="Text 9"/>
          <p:cNvSpPr/>
          <p:nvPr/>
        </p:nvSpPr>
        <p:spPr>
          <a:xfrm>
            <a:off x="5372695" y="4171355"/>
            <a:ext cx="3898821" cy="790099"/>
          </a:xfrm>
          <a:prstGeom prst="rect">
            <a:avLst/>
          </a:prstGeom>
          <a:noFill/>
          <a:ln/>
        </p:spPr>
        <p:txBody>
          <a:bodyPr wrap="square" rtlCol="0" anchor="t"/>
          <a:lstStyle/>
          <a:p>
            <a:pPr marL="0" indent="0">
              <a:lnSpc>
                <a:spcPts val="3110"/>
              </a:lnSpc>
              <a:buNone/>
            </a:pPr>
            <a:endParaRPr lang="en-US" sz="1944" dirty="0"/>
          </a:p>
        </p:txBody>
      </p:sp>
      <p:sp>
        <p:nvSpPr>
          <p:cNvPr id="12" name="Text 10"/>
          <p:cNvSpPr/>
          <p:nvPr/>
        </p:nvSpPr>
        <p:spPr>
          <a:xfrm>
            <a:off x="5767626" y="5183624"/>
            <a:ext cx="3503890" cy="790099"/>
          </a:xfrm>
          <a:prstGeom prst="rect">
            <a:avLst/>
          </a:prstGeom>
          <a:noFill/>
          <a:ln/>
        </p:spPr>
        <p:txBody>
          <a:bodyPr wrap="square" rtlCol="0" anchor="t"/>
          <a:lstStyle/>
          <a:p>
            <a:pPr marL="342900" indent="-342900" algn="l">
              <a:lnSpc>
                <a:spcPts val="3110"/>
              </a:lnSpc>
              <a:buSzPct val="100000"/>
              <a:buChar char="•"/>
            </a:pPr>
            <a:endParaRPr lang="en-US" sz="1944" dirty="0"/>
          </a:p>
        </p:txBody>
      </p:sp>
      <p:sp>
        <p:nvSpPr>
          <p:cNvPr id="13" name="Text 11"/>
          <p:cNvSpPr/>
          <p:nvPr/>
        </p:nvSpPr>
        <p:spPr>
          <a:xfrm>
            <a:off x="5767626" y="6060043"/>
            <a:ext cx="3503890" cy="790099"/>
          </a:xfrm>
          <a:prstGeom prst="rect">
            <a:avLst/>
          </a:prstGeom>
          <a:noFill/>
          <a:ln/>
        </p:spPr>
        <p:txBody>
          <a:bodyPr wrap="square" rtlCol="0" anchor="t"/>
          <a:lstStyle/>
          <a:p>
            <a:pPr marL="342900" indent="-342900" algn="l">
              <a:lnSpc>
                <a:spcPts val="3110"/>
              </a:lnSpc>
              <a:buSzPct val="100000"/>
              <a:buChar char="•"/>
            </a:pPr>
            <a:endParaRPr lang="en-US" sz="1944" dirty="0"/>
          </a:p>
        </p:txBody>
      </p:sp>
      <p:sp>
        <p:nvSpPr>
          <p:cNvPr id="14" name="Text 12"/>
          <p:cNvSpPr/>
          <p:nvPr/>
        </p:nvSpPr>
        <p:spPr>
          <a:xfrm>
            <a:off x="9881354" y="3518535"/>
            <a:ext cx="3248501" cy="406003"/>
          </a:xfrm>
          <a:prstGeom prst="rect">
            <a:avLst/>
          </a:prstGeom>
          <a:noFill/>
          <a:ln/>
        </p:spPr>
        <p:txBody>
          <a:bodyPr wrap="none" rtlCol="0" anchor="t"/>
          <a:lstStyle/>
          <a:p>
            <a:pPr marL="0" indent="0">
              <a:lnSpc>
                <a:spcPts val="3197"/>
              </a:lnSpc>
              <a:buNone/>
            </a:pPr>
            <a:endParaRPr lang="en-US" sz="2558" dirty="0"/>
          </a:p>
        </p:txBody>
      </p:sp>
      <p:sp>
        <p:nvSpPr>
          <p:cNvPr id="15" name="Text 13"/>
          <p:cNvSpPr/>
          <p:nvPr/>
        </p:nvSpPr>
        <p:spPr>
          <a:xfrm>
            <a:off x="9881354" y="4171355"/>
            <a:ext cx="3898821" cy="790099"/>
          </a:xfrm>
          <a:prstGeom prst="rect">
            <a:avLst/>
          </a:prstGeom>
          <a:noFill/>
          <a:ln/>
        </p:spPr>
        <p:txBody>
          <a:bodyPr wrap="square" rtlCol="0" anchor="t"/>
          <a:lstStyle/>
          <a:p>
            <a:pPr marL="0" indent="0">
              <a:lnSpc>
                <a:spcPts val="3110"/>
              </a:lnSpc>
              <a:buNone/>
            </a:pPr>
            <a:endParaRPr lang="en-US" sz="1944" dirty="0"/>
          </a:p>
        </p:txBody>
      </p:sp>
      <p:sp>
        <p:nvSpPr>
          <p:cNvPr id="16" name="Text 14"/>
          <p:cNvSpPr/>
          <p:nvPr/>
        </p:nvSpPr>
        <p:spPr>
          <a:xfrm>
            <a:off x="10276284" y="5183624"/>
            <a:ext cx="3503890" cy="790099"/>
          </a:xfrm>
          <a:prstGeom prst="rect">
            <a:avLst/>
          </a:prstGeom>
          <a:noFill/>
          <a:ln/>
        </p:spPr>
        <p:txBody>
          <a:bodyPr wrap="square" rtlCol="0" anchor="t"/>
          <a:lstStyle/>
          <a:p>
            <a:pPr marL="342900" indent="-342900" algn="l">
              <a:lnSpc>
                <a:spcPts val="3110"/>
              </a:lnSpc>
              <a:buSzPct val="100000"/>
              <a:buChar char="•"/>
            </a:pPr>
            <a:endParaRPr lang="en-US" sz="1944" dirty="0"/>
          </a:p>
        </p:txBody>
      </p:sp>
      <p:sp>
        <p:nvSpPr>
          <p:cNvPr id="17" name="Text 15"/>
          <p:cNvSpPr/>
          <p:nvPr/>
        </p:nvSpPr>
        <p:spPr>
          <a:xfrm>
            <a:off x="10276284" y="6060043"/>
            <a:ext cx="3503890" cy="790099"/>
          </a:xfrm>
          <a:prstGeom prst="rect">
            <a:avLst/>
          </a:prstGeom>
          <a:noFill/>
          <a:ln/>
        </p:spPr>
        <p:txBody>
          <a:bodyPr wrap="square" rtlCol="0" anchor="t"/>
          <a:lstStyle/>
          <a:p>
            <a:pPr marL="342900" indent="-342900" algn="l">
              <a:lnSpc>
                <a:spcPts val="3110"/>
              </a:lnSpc>
              <a:buSzPct val="100000"/>
              <a:buChar char="•"/>
            </a:pPr>
            <a:endParaRPr lang="en-US" sz="1944" dirty="0"/>
          </a:p>
        </p:txBody>
      </p:sp>
      <p:graphicFrame>
        <p:nvGraphicFramePr>
          <p:cNvPr id="19" name="Diagram 18">
            <a:extLst>
              <a:ext uri="{FF2B5EF4-FFF2-40B4-BE49-F238E27FC236}">
                <a16:creationId xmlns:a16="http://schemas.microsoft.com/office/drawing/2014/main" id="{07ECC7F5-8D31-A4D4-8DE2-6E2E9FDBDFA5}"/>
              </a:ext>
            </a:extLst>
          </p:cNvPr>
          <p:cNvGraphicFramePr/>
          <p:nvPr>
            <p:extLst>
              <p:ext uri="{D42A27DB-BD31-4B8C-83A1-F6EECF244321}">
                <p14:modId xmlns:p14="http://schemas.microsoft.com/office/powerpoint/2010/main" val="785265206"/>
              </p:ext>
            </p:extLst>
          </p:nvPr>
        </p:nvGraphicFramePr>
        <p:xfrm>
          <a:off x="-621323" y="3294184"/>
          <a:ext cx="14864861" cy="41926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a:p>
        </p:txBody>
      </p:sp>
      <p:sp>
        <p:nvSpPr>
          <p:cNvPr id="3" name="Shape 1"/>
          <p:cNvSpPr/>
          <p:nvPr/>
        </p:nvSpPr>
        <p:spPr>
          <a:xfrm>
            <a:off x="0" y="0"/>
            <a:ext cx="14630400" cy="8229600"/>
          </a:xfrm>
          <a:prstGeom prst="rect">
            <a:avLst/>
          </a:prstGeom>
          <a:solidFill>
            <a:srgbClr val="282C32"/>
          </a:solidFill>
          <a:ln/>
        </p:spPr>
        <p:txBody>
          <a:bodyPr/>
          <a:lstStyle/>
          <a:p>
            <a:endParaRPr lang="en-US"/>
          </a:p>
        </p:txBody>
      </p:sp>
      <p:sp>
        <p:nvSpPr>
          <p:cNvPr id="4" name="Text 2"/>
          <p:cNvSpPr/>
          <p:nvPr/>
        </p:nvSpPr>
        <p:spPr>
          <a:xfrm>
            <a:off x="864037" y="898088"/>
            <a:ext cx="6497003" cy="812125"/>
          </a:xfrm>
          <a:prstGeom prst="rect">
            <a:avLst/>
          </a:prstGeom>
          <a:noFill/>
          <a:ln/>
        </p:spPr>
        <p:txBody>
          <a:bodyPr wrap="none" rtlCol="0" anchor="t"/>
          <a:lstStyle/>
          <a:p>
            <a:pPr marL="0" indent="0">
              <a:lnSpc>
                <a:spcPts val="6395"/>
              </a:lnSpc>
              <a:buNone/>
            </a:pPr>
            <a:r>
              <a:rPr lang="en-US" sz="5116" b="1" dirty="0">
                <a:solidFill>
                  <a:srgbClr val="9998FF"/>
                </a:solidFill>
                <a:latin typeface="Barlow" pitchFamily="34" charset="0"/>
              </a:rPr>
              <a:t>Chain of Custody:</a:t>
            </a:r>
            <a:endParaRPr lang="en-US" sz="5116" dirty="0"/>
          </a:p>
        </p:txBody>
      </p:sp>
      <p:sp>
        <p:nvSpPr>
          <p:cNvPr id="5" name="Text 3"/>
          <p:cNvSpPr/>
          <p:nvPr/>
        </p:nvSpPr>
        <p:spPr>
          <a:xfrm>
            <a:off x="864036" y="1853399"/>
            <a:ext cx="12902327" cy="790099"/>
          </a:xfrm>
          <a:prstGeom prst="rect">
            <a:avLst/>
          </a:prstGeom>
          <a:noFill/>
          <a:ln/>
        </p:spPr>
        <p:txBody>
          <a:bodyPr wrap="square" rtlCol="0" anchor="t"/>
          <a:lstStyle/>
          <a:p>
            <a:pPr marL="0" indent="0">
              <a:lnSpc>
                <a:spcPts val="3110"/>
              </a:lnSpc>
              <a:buNone/>
            </a:pPr>
            <a:r>
              <a:rPr lang="en-US" sz="2400" dirty="0">
                <a:solidFill>
                  <a:schemeClr val="bg1"/>
                </a:solidFill>
              </a:rPr>
              <a:t>The chain of custody refers to the chronological documentation or paper trail that records the sequence of custody, control, transfer, analysis, and disposition of physical or electronic evidence. It is crucial in maintaining the integrity of the evidence throughout the investigation process</a:t>
            </a:r>
            <a:r>
              <a:rPr lang="en-US" sz="2400" dirty="0">
                <a:solidFill>
                  <a:schemeClr val="bg1"/>
                </a:solidFill>
                <a:latin typeface="Montserrat" pitchFamily="34" charset="0"/>
                <a:ea typeface="Montserrat" pitchFamily="34" charset="-122"/>
                <a:cs typeface="Montserrat" pitchFamily="34" charset="-120"/>
              </a:rPr>
              <a:t>.</a:t>
            </a:r>
            <a:endParaRPr lang="en-US" sz="2400" dirty="0">
              <a:solidFill>
                <a:schemeClr val="bg1"/>
              </a:solidFill>
            </a:endParaRPr>
          </a:p>
        </p:txBody>
      </p:sp>
      <p:sp>
        <p:nvSpPr>
          <p:cNvPr id="6" name="Text 4"/>
          <p:cNvSpPr/>
          <p:nvPr/>
        </p:nvSpPr>
        <p:spPr>
          <a:xfrm>
            <a:off x="864037" y="3518535"/>
            <a:ext cx="3248501" cy="406003"/>
          </a:xfrm>
          <a:prstGeom prst="rect">
            <a:avLst/>
          </a:prstGeom>
          <a:noFill/>
          <a:ln/>
        </p:spPr>
        <p:txBody>
          <a:bodyPr wrap="none" rtlCol="0" anchor="t"/>
          <a:lstStyle/>
          <a:p>
            <a:pPr marL="0" indent="0">
              <a:lnSpc>
                <a:spcPts val="3197"/>
              </a:lnSpc>
              <a:buNone/>
            </a:pPr>
            <a:endParaRPr lang="en-US" sz="2558" dirty="0"/>
          </a:p>
        </p:txBody>
      </p:sp>
      <p:sp>
        <p:nvSpPr>
          <p:cNvPr id="7" name="Text 5"/>
          <p:cNvSpPr/>
          <p:nvPr/>
        </p:nvSpPr>
        <p:spPr>
          <a:xfrm>
            <a:off x="864037" y="4171355"/>
            <a:ext cx="3898821" cy="1185148"/>
          </a:xfrm>
          <a:prstGeom prst="rect">
            <a:avLst/>
          </a:prstGeom>
          <a:noFill/>
          <a:ln/>
        </p:spPr>
        <p:txBody>
          <a:bodyPr wrap="square" rtlCol="0" anchor="t"/>
          <a:lstStyle/>
          <a:p>
            <a:pPr marL="0" indent="0">
              <a:lnSpc>
                <a:spcPts val="3110"/>
              </a:lnSpc>
              <a:buNone/>
            </a:pPr>
            <a:endParaRPr lang="en-US" sz="1944" dirty="0"/>
          </a:p>
        </p:txBody>
      </p:sp>
      <p:sp>
        <p:nvSpPr>
          <p:cNvPr id="8" name="Text 6"/>
          <p:cNvSpPr/>
          <p:nvPr/>
        </p:nvSpPr>
        <p:spPr>
          <a:xfrm>
            <a:off x="1258967" y="5578673"/>
            <a:ext cx="3503890" cy="790099"/>
          </a:xfrm>
          <a:prstGeom prst="rect">
            <a:avLst/>
          </a:prstGeom>
          <a:noFill/>
          <a:ln/>
        </p:spPr>
        <p:txBody>
          <a:bodyPr wrap="square" rtlCol="0" anchor="t"/>
          <a:lstStyle/>
          <a:p>
            <a:pPr marL="342900" indent="-342900" algn="l">
              <a:lnSpc>
                <a:spcPts val="3110"/>
              </a:lnSpc>
              <a:buSzPct val="100000"/>
              <a:buChar char="•"/>
            </a:pPr>
            <a:endParaRPr lang="en-US" sz="1944" dirty="0"/>
          </a:p>
        </p:txBody>
      </p:sp>
      <p:sp>
        <p:nvSpPr>
          <p:cNvPr id="9" name="Text 7"/>
          <p:cNvSpPr/>
          <p:nvPr/>
        </p:nvSpPr>
        <p:spPr>
          <a:xfrm>
            <a:off x="1258967" y="6455093"/>
            <a:ext cx="3503890" cy="790099"/>
          </a:xfrm>
          <a:prstGeom prst="rect">
            <a:avLst/>
          </a:prstGeom>
          <a:noFill/>
          <a:ln/>
        </p:spPr>
        <p:txBody>
          <a:bodyPr wrap="square" rtlCol="0" anchor="t"/>
          <a:lstStyle/>
          <a:p>
            <a:pPr marL="342900" indent="-342900" algn="l">
              <a:lnSpc>
                <a:spcPts val="3110"/>
              </a:lnSpc>
              <a:buSzPct val="100000"/>
              <a:buChar char="•"/>
            </a:pPr>
            <a:endParaRPr lang="en-US" sz="1944" dirty="0"/>
          </a:p>
        </p:txBody>
      </p:sp>
      <p:sp>
        <p:nvSpPr>
          <p:cNvPr id="10" name="Text 8"/>
          <p:cNvSpPr/>
          <p:nvPr/>
        </p:nvSpPr>
        <p:spPr>
          <a:xfrm>
            <a:off x="5372695" y="3518535"/>
            <a:ext cx="3248501" cy="406003"/>
          </a:xfrm>
          <a:prstGeom prst="rect">
            <a:avLst/>
          </a:prstGeom>
          <a:noFill/>
          <a:ln/>
        </p:spPr>
        <p:txBody>
          <a:bodyPr wrap="none" rtlCol="0" anchor="t"/>
          <a:lstStyle/>
          <a:p>
            <a:pPr marL="0" indent="0">
              <a:lnSpc>
                <a:spcPts val="3197"/>
              </a:lnSpc>
              <a:buNone/>
            </a:pPr>
            <a:endParaRPr lang="en-US" sz="2558" dirty="0"/>
          </a:p>
        </p:txBody>
      </p:sp>
      <p:sp>
        <p:nvSpPr>
          <p:cNvPr id="11" name="Text 9"/>
          <p:cNvSpPr/>
          <p:nvPr/>
        </p:nvSpPr>
        <p:spPr>
          <a:xfrm>
            <a:off x="5372695" y="4171355"/>
            <a:ext cx="3898821" cy="790099"/>
          </a:xfrm>
          <a:prstGeom prst="rect">
            <a:avLst/>
          </a:prstGeom>
          <a:noFill/>
          <a:ln/>
        </p:spPr>
        <p:txBody>
          <a:bodyPr wrap="square" rtlCol="0" anchor="t"/>
          <a:lstStyle/>
          <a:p>
            <a:pPr marL="0" indent="0">
              <a:lnSpc>
                <a:spcPts val="3110"/>
              </a:lnSpc>
              <a:buNone/>
            </a:pPr>
            <a:endParaRPr lang="en-US" sz="1944" dirty="0"/>
          </a:p>
        </p:txBody>
      </p:sp>
      <p:sp>
        <p:nvSpPr>
          <p:cNvPr id="12" name="Text 10"/>
          <p:cNvSpPr/>
          <p:nvPr/>
        </p:nvSpPr>
        <p:spPr>
          <a:xfrm>
            <a:off x="5767626" y="5183624"/>
            <a:ext cx="3503890" cy="790099"/>
          </a:xfrm>
          <a:prstGeom prst="rect">
            <a:avLst/>
          </a:prstGeom>
          <a:noFill/>
          <a:ln/>
        </p:spPr>
        <p:txBody>
          <a:bodyPr wrap="square" rtlCol="0" anchor="t"/>
          <a:lstStyle/>
          <a:p>
            <a:pPr marL="342900" indent="-342900" algn="l">
              <a:lnSpc>
                <a:spcPts val="3110"/>
              </a:lnSpc>
              <a:buSzPct val="100000"/>
              <a:buChar char="•"/>
            </a:pPr>
            <a:endParaRPr lang="en-US" sz="1944" dirty="0"/>
          </a:p>
        </p:txBody>
      </p:sp>
      <p:sp>
        <p:nvSpPr>
          <p:cNvPr id="13" name="Text 11"/>
          <p:cNvSpPr/>
          <p:nvPr/>
        </p:nvSpPr>
        <p:spPr>
          <a:xfrm>
            <a:off x="5767626" y="6060043"/>
            <a:ext cx="3503890" cy="790099"/>
          </a:xfrm>
          <a:prstGeom prst="rect">
            <a:avLst/>
          </a:prstGeom>
          <a:noFill/>
          <a:ln/>
        </p:spPr>
        <p:txBody>
          <a:bodyPr wrap="square" rtlCol="0" anchor="t"/>
          <a:lstStyle/>
          <a:p>
            <a:pPr marL="342900" indent="-342900" algn="l">
              <a:lnSpc>
                <a:spcPts val="3110"/>
              </a:lnSpc>
              <a:buSzPct val="100000"/>
              <a:buChar char="•"/>
            </a:pPr>
            <a:endParaRPr lang="en-US" sz="1944" dirty="0"/>
          </a:p>
        </p:txBody>
      </p:sp>
      <p:sp>
        <p:nvSpPr>
          <p:cNvPr id="14" name="Text 12"/>
          <p:cNvSpPr/>
          <p:nvPr/>
        </p:nvSpPr>
        <p:spPr>
          <a:xfrm>
            <a:off x="9881354" y="3518535"/>
            <a:ext cx="3248501" cy="406003"/>
          </a:xfrm>
          <a:prstGeom prst="rect">
            <a:avLst/>
          </a:prstGeom>
          <a:noFill/>
          <a:ln/>
        </p:spPr>
        <p:txBody>
          <a:bodyPr wrap="none" rtlCol="0" anchor="t"/>
          <a:lstStyle/>
          <a:p>
            <a:pPr marL="0" indent="0">
              <a:lnSpc>
                <a:spcPts val="3197"/>
              </a:lnSpc>
              <a:buNone/>
            </a:pPr>
            <a:endParaRPr lang="en-US" sz="2558" dirty="0"/>
          </a:p>
        </p:txBody>
      </p:sp>
      <p:sp>
        <p:nvSpPr>
          <p:cNvPr id="15" name="Text 13"/>
          <p:cNvSpPr/>
          <p:nvPr/>
        </p:nvSpPr>
        <p:spPr>
          <a:xfrm>
            <a:off x="9881354" y="4171355"/>
            <a:ext cx="3898821" cy="790099"/>
          </a:xfrm>
          <a:prstGeom prst="rect">
            <a:avLst/>
          </a:prstGeom>
          <a:noFill/>
          <a:ln/>
        </p:spPr>
        <p:txBody>
          <a:bodyPr wrap="square" rtlCol="0" anchor="t"/>
          <a:lstStyle/>
          <a:p>
            <a:pPr marL="0" indent="0">
              <a:lnSpc>
                <a:spcPts val="3110"/>
              </a:lnSpc>
              <a:buNone/>
            </a:pPr>
            <a:endParaRPr lang="en-US" sz="1944" dirty="0"/>
          </a:p>
        </p:txBody>
      </p:sp>
      <p:sp>
        <p:nvSpPr>
          <p:cNvPr id="16" name="Text 14"/>
          <p:cNvSpPr/>
          <p:nvPr/>
        </p:nvSpPr>
        <p:spPr>
          <a:xfrm>
            <a:off x="10276284" y="5183624"/>
            <a:ext cx="3503890" cy="790099"/>
          </a:xfrm>
          <a:prstGeom prst="rect">
            <a:avLst/>
          </a:prstGeom>
          <a:noFill/>
          <a:ln/>
        </p:spPr>
        <p:txBody>
          <a:bodyPr wrap="square" rtlCol="0" anchor="t"/>
          <a:lstStyle/>
          <a:p>
            <a:pPr marL="342900" indent="-342900" algn="l">
              <a:lnSpc>
                <a:spcPts val="3110"/>
              </a:lnSpc>
              <a:buSzPct val="100000"/>
              <a:buChar char="•"/>
            </a:pPr>
            <a:endParaRPr lang="en-US" sz="1944" dirty="0"/>
          </a:p>
        </p:txBody>
      </p:sp>
      <p:sp>
        <p:nvSpPr>
          <p:cNvPr id="17" name="Text 15"/>
          <p:cNvSpPr/>
          <p:nvPr/>
        </p:nvSpPr>
        <p:spPr>
          <a:xfrm>
            <a:off x="10276284" y="6060043"/>
            <a:ext cx="3503890" cy="790099"/>
          </a:xfrm>
          <a:prstGeom prst="rect">
            <a:avLst/>
          </a:prstGeom>
          <a:noFill/>
          <a:ln/>
        </p:spPr>
        <p:txBody>
          <a:bodyPr wrap="square" rtlCol="0" anchor="t"/>
          <a:lstStyle/>
          <a:p>
            <a:pPr marL="342900" indent="-342900" algn="l">
              <a:lnSpc>
                <a:spcPts val="3110"/>
              </a:lnSpc>
              <a:buSzPct val="100000"/>
              <a:buChar char="•"/>
            </a:pPr>
            <a:endParaRPr lang="en-US" sz="1944" dirty="0"/>
          </a:p>
        </p:txBody>
      </p:sp>
      <p:graphicFrame>
        <p:nvGraphicFramePr>
          <p:cNvPr id="18" name="Diagram 17">
            <a:extLst>
              <a:ext uri="{FF2B5EF4-FFF2-40B4-BE49-F238E27FC236}">
                <a16:creationId xmlns:a16="http://schemas.microsoft.com/office/drawing/2014/main" id="{A0C5C465-876F-43B1-18C8-3A57E5BD48CA}"/>
              </a:ext>
            </a:extLst>
          </p:cNvPr>
          <p:cNvGraphicFramePr/>
          <p:nvPr>
            <p:extLst>
              <p:ext uri="{D42A27DB-BD31-4B8C-83A1-F6EECF244321}">
                <p14:modId xmlns:p14="http://schemas.microsoft.com/office/powerpoint/2010/main" val="2894077962"/>
              </p:ext>
            </p:extLst>
          </p:nvPr>
        </p:nvGraphicFramePr>
        <p:xfrm>
          <a:off x="1031631" y="3399691"/>
          <a:ext cx="12339801" cy="46892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14783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a:p>
        </p:txBody>
      </p:sp>
      <p:sp>
        <p:nvSpPr>
          <p:cNvPr id="3" name="Shape 1"/>
          <p:cNvSpPr/>
          <p:nvPr/>
        </p:nvSpPr>
        <p:spPr>
          <a:xfrm>
            <a:off x="0" y="0"/>
            <a:ext cx="14630400" cy="8229600"/>
          </a:xfrm>
          <a:prstGeom prst="rect">
            <a:avLst/>
          </a:prstGeom>
          <a:solidFill>
            <a:srgbClr val="282C32"/>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5" name="Shape 2"/>
          <p:cNvSpPr/>
          <p:nvPr/>
        </p:nvSpPr>
        <p:spPr>
          <a:xfrm>
            <a:off x="0" y="0"/>
            <a:ext cx="14630400" cy="8229600"/>
          </a:xfrm>
          <a:prstGeom prst="roundRect">
            <a:avLst>
              <a:gd name="adj" fmla="val 4320"/>
            </a:avLst>
          </a:prstGeom>
          <a:solidFill>
            <a:srgbClr val="282C32">
              <a:alpha val="80000"/>
            </a:srgbClr>
          </a:solidFill>
          <a:ln/>
        </p:spPr>
        <p:txBody>
          <a:bodyPr/>
          <a:lstStyle/>
          <a:p>
            <a:endParaRPr lang="en-US" dirty="0"/>
          </a:p>
        </p:txBody>
      </p:sp>
      <p:sp>
        <p:nvSpPr>
          <p:cNvPr id="6" name="Text 3"/>
          <p:cNvSpPr/>
          <p:nvPr/>
        </p:nvSpPr>
        <p:spPr>
          <a:xfrm>
            <a:off x="864037" y="1244441"/>
            <a:ext cx="6497003" cy="812125"/>
          </a:xfrm>
          <a:prstGeom prst="rect">
            <a:avLst/>
          </a:prstGeom>
          <a:noFill/>
          <a:ln/>
        </p:spPr>
        <p:txBody>
          <a:bodyPr wrap="none" rtlCol="0" anchor="t"/>
          <a:lstStyle/>
          <a:p>
            <a:pPr marL="0" indent="0">
              <a:lnSpc>
                <a:spcPts val="6395"/>
              </a:lnSpc>
              <a:buNone/>
            </a:pPr>
            <a:r>
              <a:rPr lang="en-US" sz="5116" b="1" dirty="0">
                <a:solidFill>
                  <a:srgbClr val="9998FF"/>
                </a:solidFill>
                <a:latin typeface="Barlow" pitchFamily="34" charset="0"/>
                <a:ea typeface="Barlow" pitchFamily="34" charset="-122"/>
                <a:cs typeface="Barlow" pitchFamily="34" charset="-120"/>
              </a:rPr>
              <a:t>Evidence Analysis</a:t>
            </a:r>
            <a:endParaRPr lang="en-US" sz="5116" dirty="0"/>
          </a:p>
        </p:txBody>
      </p:sp>
      <p:sp>
        <p:nvSpPr>
          <p:cNvPr id="7" name="Text 4"/>
          <p:cNvSpPr/>
          <p:nvPr/>
        </p:nvSpPr>
        <p:spPr>
          <a:xfrm>
            <a:off x="864037" y="2426851"/>
            <a:ext cx="12902327" cy="790099"/>
          </a:xfrm>
          <a:prstGeom prst="rect">
            <a:avLst/>
          </a:prstGeom>
          <a:noFill/>
          <a:ln/>
        </p:spPr>
        <p:txBody>
          <a:bodyPr wrap="square" rtlCol="0" anchor="t"/>
          <a:lstStyle/>
          <a:p>
            <a:pPr marL="0" indent="0">
              <a:lnSpc>
                <a:spcPts val="3110"/>
              </a:lnSpc>
              <a:buNone/>
            </a:pPr>
            <a:r>
              <a:rPr lang="en-US" sz="2400" dirty="0">
                <a:solidFill>
                  <a:srgbClr val="EEEFF5"/>
                </a:solidFill>
                <a:latin typeface="Montserrat" pitchFamily="34" charset="0"/>
                <a:ea typeface="Montserrat" pitchFamily="34" charset="-122"/>
                <a:cs typeface="Montserrat" pitchFamily="34" charset="-120"/>
              </a:rPr>
              <a:t>Examining evidence involves identifying the cause and impact of the incident. Methods include data recovery, pattern analysis, and anomaly detection (Davis, 2020).</a:t>
            </a:r>
            <a:endParaRPr lang="en-US" sz="2400" dirty="0"/>
          </a:p>
        </p:txBody>
      </p:sp>
      <p:sp>
        <p:nvSpPr>
          <p:cNvPr id="10" name="Text 7"/>
          <p:cNvSpPr/>
          <p:nvPr/>
        </p:nvSpPr>
        <p:spPr>
          <a:xfrm>
            <a:off x="1666280" y="3772257"/>
            <a:ext cx="3248501" cy="406003"/>
          </a:xfrm>
          <a:prstGeom prst="rect">
            <a:avLst/>
          </a:prstGeom>
          <a:noFill/>
          <a:ln/>
        </p:spPr>
        <p:txBody>
          <a:bodyPr wrap="none" rtlCol="0" anchor="t"/>
          <a:lstStyle/>
          <a:p>
            <a:pPr marL="0" indent="0">
              <a:lnSpc>
                <a:spcPts val="3197"/>
              </a:lnSpc>
              <a:buNone/>
            </a:pPr>
            <a:endParaRPr lang="en-US" sz="2558" dirty="0"/>
          </a:p>
        </p:txBody>
      </p:sp>
      <p:sp>
        <p:nvSpPr>
          <p:cNvPr id="11" name="Text 8"/>
          <p:cNvSpPr/>
          <p:nvPr/>
        </p:nvSpPr>
        <p:spPr>
          <a:xfrm>
            <a:off x="1666280" y="4326374"/>
            <a:ext cx="3333988" cy="1185148"/>
          </a:xfrm>
          <a:prstGeom prst="rect">
            <a:avLst/>
          </a:prstGeom>
          <a:noFill/>
          <a:ln/>
        </p:spPr>
        <p:txBody>
          <a:bodyPr wrap="square" rtlCol="0" anchor="t"/>
          <a:lstStyle/>
          <a:p>
            <a:pPr marL="0" indent="0">
              <a:lnSpc>
                <a:spcPts val="3110"/>
              </a:lnSpc>
              <a:buNone/>
            </a:pPr>
            <a:endParaRPr lang="en-US" sz="1944" dirty="0"/>
          </a:p>
        </p:txBody>
      </p:sp>
      <p:sp>
        <p:nvSpPr>
          <p:cNvPr id="14" name="Text 11"/>
          <p:cNvSpPr/>
          <p:nvPr/>
        </p:nvSpPr>
        <p:spPr>
          <a:xfrm>
            <a:off x="6049328" y="3772257"/>
            <a:ext cx="3248501" cy="406003"/>
          </a:xfrm>
          <a:prstGeom prst="rect">
            <a:avLst/>
          </a:prstGeom>
          <a:noFill/>
          <a:ln/>
        </p:spPr>
        <p:txBody>
          <a:bodyPr wrap="none" rtlCol="0" anchor="t"/>
          <a:lstStyle/>
          <a:p>
            <a:pPr marL="0" indent="0">
              <a:lnSpc>
                <a:spcPts val="3197"/>
              </a:lnSpc>
              <a:buNone/>
            </a:pPr>
            <a:endParaRPr lang="en-US" sz="2558" dirty="0"/>
          </a:p>
        </p:txBody>
      </p:sp>
      <p:sp>
        <p:nvSpPr>
          <p:cNvPr id="15" name="Text 12"/>
          <p:cNvSpPr/>
          <p:nvPr/>
        </p:nvSpPr>
        <p:spPr>
          <a:xfrm>
            <a:off x="6049328" y="4326374"/>
            <a:ext cx="3333988" cy="1185148"/>
          </a:xfrm>
          <a:prstGeom prst="rect">
            <a:avLst/>
          </a:prstGeom>
          <a:noFill/>
          <a:ln/>
        </p:spPr>
        <p:txBody>
          <a:bodyPr wrap="square" rtlCol="0" anchor="t"/>
          <a:lstStyle/>
          <a:p>
            <a:pPr marL="0" indent="0">
              <a:lnSpc>
                <a:spcPts val="3110"/>
              </a:lnSpc>
              <a:buNone/>
            </a:pPr>
            <a:endParaRPr lang="en-US" sz="1944" dirty="0"/>
          </a:p>
        </p:txBody>
      </p:sp>
      <p:sp>
        <p:nvSpPr>
          <p:cNvPr id="17" name="Text 14"/>
          <p:cNvSpPr/>
          <p:nvPr/>
        </p:nvSpPr>
        <p:spPr>
          <a:xfrm>
            <a:off x="9802535" y="3855006"/>
            <a:ext cx="210503" cy="389811"/>
          </a:xfrm>
          <a:prstGeom prst="rect">
            <a:avLst/>
          </a:prstGeom>
          <a:noFill/>
          <a:ln/>
        </p:spPr>
        <p:txBody>
          <a:bodyPr wrap="none" rtlCol="0" anchor="t"/>
          <a:lstStyle/>
          <a:p>
            <a:pPr marL="0" indent="0" algn="ctr">
              <a:lnSpc>
                <a:spcPts val="3069"/>
              </a:lnSpc>
              <a:buNone/>
            </a:pPr>
            <a:endParaRPr lang="en-US" sz="3069" dirty="0"/>
          </a:p>
        </p:txBody>
      </p:sp>
      <p:sp>
        <p:nvSpPr>
          <p:cNvPr id="18" name="Text 15"/>
          <p:cNvSpPr/>
          <p:nvPr/>
        </p:nvSpPr>
        <p:spPr>
          <a:xfrm>
            <a:off x="10432375" y="3772257"/>
            <a:ext cx="3248501" cy="406003"/>
          </a:xfrm>
          <a:prstGeom prst="rect">
            <a:avLst/>
          </a:prstGeom>
          <a:noFill/>
          <a:ln/>
        </p:spPr>
        <p:txBody>
          <a:bodyPr wrap="none" rtlCol="0" anchor="t"/>
          <a:lstStyle/>
          <a:p>
            <a:pPr marL="0" indent="0">
              <a:lnSpc>
                <a:spcPts val="3197"/>
              </a:lnSpc>
              <a:buNone/>
            </a:pPr>
            <a:endParaRPr lang="en-US" sz="2558" dirty="0"/>
          </a:p>
        </p:txBody>
      </p:sp>
      <p:sp>
        <p:nvSpPr>
          <p:cNvPr id="19" name="Text 16"/>
          <p:cNvSpPr/>
          <p:nvPr/>
        </p:nvSpPr>
        <p:spPr>
          <a:xfrm>
            <a:off x="10432375" y="4326374"/>
            <a:ext cx="3333988" cy="1185148"/>
          </a:xfrm>
          <a:prstGeom prst="rect">
            <a:avLst/>
          </a:prstGeom>
          <a:noFill/>
          <a:ln/>
        </p:spPr>
        <p:txBody>
          <a:bodyPr wrap="square" rtlCol="0" anchor="t"/>
          <a:lstStyle/>
          <a:p>
            <a:pPr marL="0" indent="0">
              <a:lnSpc>
                <a:spcPts val="3110"/>
              </a:lnSpc>
              <a:buNone/>
            </a:pPr>
            <a:endParaRPr lang="en-US" sz="1944" dirty="0"/>
          </a:p>
        </p:txBody>
      </p:sp>
      <p:sp>
        <p:nvSpPr>
          <p:cNvPr id="21" name="Text 18"/>
          <p:cNvSpPr/>
          <p:nvPr/>
        </p:nvSpPr>
        <p:spPr>
          <a:xfrm>
            <a:off x="1023818" y="6118741"/>
            <a:ext cx="235863" cy="389811"/>
          </a:xfrm>
          <a:prstGeom prst="rect">
            <a:avLst/>
          </a:prstGeom>
          <a:noFill/>
          <a:ln/>
        </p:spPr>
        <p:txBody>
          <a:bodyPr wrap="none" rtlCol="0" anchor="t"/>
          <a:lstStyle/>
          <a:p>
            <a:pPr marL="0" indent="0" algn="ctr">
              <a:lnSpc>
                <a:spcPts val="3069"/>
              </a:lnSpc>
              <a:buNone/>
            </a:pPr>
            <a:endParaRPr lang="en-US" sz="3069" dirty="0"/>
          </a:p>
        </p:txBody>
      </p:sp>
      <p:sp>
        <p:nvSpPr>
          <p:cNvPr id="22" name="Text 19"/>
          <p:cNvSpPr/>
          <p:nvPr/>
        </p:nvSpPr>
        <p:spPr>
          <a:xfrm>
            <a:off x="1666280" y="6035992"/>
            <a:ext cx="3248501" cy="406003"/>
          </a:xfrm>
          <a:prstGeom prst="rect">
            <a:avLst/>
          </a:prstGeom>
          <a:noFill/>
          <a:ln/>
        </p:spPr>
        <p:txBody>
          <a:bodyPr wrap="none" rtlCol="0" anchor="t"/>
          <a:lstStyle/>
          <a:p>
            <a:pPr marL="0" indent="0">
              <a:lnSpc>
                <a:spcPts val="3197"/>
              </a:lnSpc>
              <a:buNone/>
            </a:pPr>
            <a:endParaRPr lang="en-US" sz="2558" dirty="0"/>
          </a:p>
        </p:txBody>
      </p:sp>
      <p:sp>
        <p:nvSpPr>
          <p:cNvPr id="23" name="Text 20"/>
          <p:cNvSpPr/>
          <p:nvPr/>
        </p:nvSpPr>
        <p:spPr>
          <a:xfrm>
            <a:off x="1666280" y="6590109"/>
            <a:ext cx="12100084" cy="395049"/>
          </a:xfrm>
          <a:prstGeom prst="rect">
            <a:avLst/>
          </a:prstGeom>
          <a:noFill/>
          <a:ln/>
        </p:spPr>
        <p:txBody>
          <a:bodyPr wrap="none" rtlCol="0" anchor="t"/>
          <a:lstStyle/>
          <a:p>
            <a:pPr marL="0" indent="0">
              <a:lnSpc>
                <a:spcPts val="3110"/>
              </a:lnSpc>
              <a:buNone/>
            </a:pPr>
            <a:endParaRPr lang="en-US" sz="1944" dirty="0"/>
          </a:p>
        </p:txBody>
      </p:sp>
      <p:graphicFrame>
        <p:nvGraphicFramePr>
          <p:cNvPr id="26" name="Diagram 25">
            <a:extLst>
              <a:ext uri="{FF2B5EF4-FFF2-40B4-BE49-F238E27FC236}">
                <a16:creationId xmlns:a16="http://schemas.microsoft.com/office/drawing/2014/main" id="{26F5FE7D-AC31-3DB9-04C9-905B41926EE2}"/>
              </a:ext>
            </a:extLst>
          </p:cNvPr>
          <p:cNvGraphicFramePr/>
          <p:nvPr>
            <p:extLst>
              <p:ext uri="{D42A27DB-BD31-4B8C-83A1-F6EECF244321}">
                <p14:modId xmlns:p14="http://schemas.microsoft.com/office/powerpoint/2010/main" val="219814150"/>
              </p:ext>
            </p:extLst>
          </p:nvPr>
        </p:nvGraphicFramePr>
        <p:xfrm>
          <a:off x="1023818" y="3103167"/>
          <a:ext cx="12478016" cy="524021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a:p>
        </p:txBody>
      </p:sp>
      <p:sp>
        <p:nvSpPr>
          <p:cNvPr id="3" name="Shape 1"/>
          <p:cNvSpPr/>
          <p:nvPr/>
        </p:nvSpPr>
        <p:spPr>
          <a:xfrm>
            <a:off x="0" y="0"/>
            <a:ext cx="14630400" cy="8229600"/>
          </a:xfrm>
          <a:prstGeom prst="rect">
            <a:avLst/>
          </a:prstGeom>
          <a:solidFill>
            <a:srgbClr val="282C32"/>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5" name="Shape 2"/>
          <p:cNvSpPr/>
          <p:nvPr/>
        </p:nvSpPr>
        <p:spPr>
          <a:xfrm>
            <a:off x="0" y="0"/>
            <a:ext cx="14630400" cy="8229600"/>
          </a:xfrm>
          <a:prstGeom prst="roundRect">
            <a:avLst>
              <a:gd name="adj" fmla="val 4320"/>
            </a:avLst>
          </a:prstGeom>
          <a:solidFill>
            <a:srgbClr val="282C32">
              <a:alpha val="80000"/>
            </a:srgbClr>
          </a:solidFill>
          <a:ln/>
        </p:spPr>
        <p:txBody>
          <a:bodyPr/>
          <a:lstStyle/>
          <a:p>
            <a:endParaRPr lang="en-US" dirty="0"/>
          </a:p>
        </p:txBody>
      </p:sp>
      <p:sp>
        <p:nvSpPr>
          <p:cNvPr id="6" name="Text 3"/>
          <p:cNvSpPr/>
          <p:nvPr/>
        </p:nvSpPr>
        <p:spPr>
          <a:xfrm>
            <a:off x="818197" y="791321"/>
            <a:ext cx="6497003" cy="812125"/>
          </a:xfrm>
          <a:prstGeom prst="rect">
            <a:avLst/>
          </a:prstGeom>
          <a:noFill/>
          <a:ln/>
        </p:spPr>
        <p:txBody>
          <a:bodyPr wrap="none" rtlCol="0" anchor="t"/>
          <a:lstStyle/>
          <a:p>
            <a:pPr marL="0" indent="0">
              <a:lnSpc>
                <a:spcPts val="6395"/>
              </a:lnSpc>
              <a:buNone/>
            </a:pPr>
            <a:r>
              <a:rPr lang="en-US" sz="5116" b="1" dirty="0">
                <a:solidFill>
                  <a:srgbClr val="9998FF"/>
                </a:solidFill>
                <a:latin typeface="Barlow" pitchFamily="34" charset="0"/>
                <a:ea typeface="Barlow" pitchFamily="34" charset="-122"/>
                <a:cs typeface="Barlow" pitchFamily="34" charset="-120"/>
              </a:rPr>
              <a:t>Key Components for digital forensics:</a:t>
            </a:r>
            <a:endParaRPr lang="en-US" sz="5116" dirty="0"/>
          </a:p>
        </p:txBody>
      </p:sp>
      <p:sp>
        <p:nvSpPr>
          <p:cNvPr id="7" name="Text 4"/>
          <p:cNvSpPr/>
          <p:nvPr/>
        </p:nvSpPr>
        <p:spPr>
          <a:xfrm>
            <a:off x="864037" y="2426851"/>
            <a:ext cx="12902327" cy="790099"/>
          </a:xfrm>
          <a:prstGeom prst="rect">
            <a:avLst/>
          </a:prstGeom>
          <a:noFill/>
          <a:ln/>
        </p:spPr>
        <p:txBody>
          <a:bodyPr wrap="square" rtlCol="0" anchor="t"/>
          <a:lstStyle/>
          <a:p>
            <a:pPr marL="0" indent="0">
              <a:lnSpc>
                <a:spcPts val="3110"/>
              </a:lnSpc>
              <a:buNone/>
            </a:pPr>
            <a:endParaRPr lang="en-US" sz="2400" dirty="0"/>
          </a:p>
        </p:txBody>
      </p:sp>
      <p:sp>
        <p:nvSpPr>
          <p:cNvPr id="10" name="Text 7"/>
          <p:cNvSpPr/>
          <p:nvPr/>
        </p:nvSpPr>
        <p:spPr>
          <a:xfrm>
            <a:off x="1666280" y="3772257"/>
            <a:ext cx="3248501" cy="406003"/>
          </a:xfrm>
          <a:prstGeom prst="rect">
            <a:avLst/>
          </a:prstGeom>
          <a:noFill/>
          <a:ln/>
        </p:spPr>
        <p:txBody>
          <a:bodyPr wrap="none" rtlCol="0" anchor="t"/>
          <a:lstStyle/>
          <a:p>
            <a:pPr marL="0" indent="0">
              <a:lnSpc>
                <a:spcPts val="3197"/>
              </a:lnSpc>
              <a:buNone/>
            </a:pPr>
            <a:endParaRPr lang="en-US" sz="2558" dirty="0"/>
          </a:p>
        </p:txBody>
      </p:sp>
      <p:sp>
        <p:nvSpPr>
          <p:cNvPr id="11" name="Text 8"/>
          <p:cNvSpPr/>
          <p:nvPr/>
        </p:nvSpPr>
        <p:spPr>
          <a:xfrm>
            <a:off x="1666280" y="4326374"/>
            <a:ext cx="3333988" cy="1185148"/>
          </a:xfrm>
          <a:prstGeom prst="rect">
            <a:avLst/>
          </a:prstGeom>
          <a:noFill/>
          <a:ln/>
        </p:spPr>
        <p:txBody>
          <a:bodyPr wrap="square" rtlCol="0" anchor="t"/>
          <a:lstStyle/>
          <a:p>
            <a:pPr marL="0" indent="0">
              <a:lnSpc>
                <a:spcPts val="3110"/>
              </a:lnSpc>
              <a:buNone/>
            </a:pPr>
            <a:endParaRPr lang="en-US" sz="1944" dirty="0"/>
          </a:p>
        </p:txBody>
      </p:sp>
      <p:sp>
        <p:nvSpPr>
          <p:cNvPr id="14" name="Text 11"/>
          <p:cNvSpPr/>
          <p:nvPr/>
        </p:nvSpPr>
        <p:spPr>
          <a:xfrm>
            <a:off x="6049328" y="3772257"/>
            <a:ext cx="3248501" cy="406003"/>
          </a:xfrm>
          <a:prstGeom prst="rect">
            <a:avLst/>
          </a:prstGeom>
          <a:noFill/>
          <a:ln/>
        </p:spPr>
        <p:txBody>
          <a:bodyPr wrap="none" rtlCol="0" anchor="t"/>
          <a:lstStyle/>
          <a:p>
            <a:pPr marL="0" indent="0">
              <a:lnSpc>
                <a:spcPts val="3197"/>
              </a:lnSpc>
              <a:buNone/>
            </a:pPr>
            <a:endParaRPr lang="en-US" sz="2558" dirty="0"/>
          </a:p>
        </p:txBody>
      </p:sp>
      <p:sp>
        <p:nvSpPr>
          <p:cNvPr id="15" name="Text 12"/>
          <p:cNvSpPr/>
          <p:nvPr/>
        </p:nvSpPr>
        <p:spPr>
          <a:xfrm>
            <a:off x="6049328" y="4326374"/>
            <a:ext cx="3333988" cy="1185148"/>
          </a:xfrm>
          <a:prstGeom prst="rect">
            <a:avLst/>
          </a:prstGeom>
          <a:noFill/>
          <a:ln/>
        </p:spPr>
        <p:txBody>
          <a:bodyPr wrap="square" rtlCol="0" anchor="t"/>
          <a:lstStyle/>
          <a:p>
            <a:pPr marL="0" indent="0">
              <a:lnSpc>
                <a:spcPts val="3110"/>
              </a:lnSpc>
              <a:buNone/>
            </a:pPr>
            <a:endParaRPr lang="en-US" sz="1944" dirty="0"/>
          </a:p>
        </p:txBody>
      </p:sp>
      <p:sp>
        <p:nvSpPr>
          <p:cNvPr id="17" name="Text 14"/>
          <p:cNvSpPr/>
          <p:nvPr/>
        </p:nvSpPr>
        <p:spPr>
          <a:xfrm>
            <a:off x="9802535" y="3855006"/>
            <a:ext cx="210503" cy="389811"/>
          </a:xfrm>
          <a:prstGeom prst="rect">
            <a:avLst/>
          </a:prstGeom>
          <a:noFill/>
          <a:ln/>
        </p:spPr>
        <p:txBody>
          <a:bodyPr wrap="none" rtlCol="0" anchor="t"/>
          <a:lstStyle/>
          <a:p>
            <a:pPr marL="0" indent="0" algn="ctr">
              <a:lnSpc>
                <a:spcPts val="3069"/>
              </a:lnSpc>
              <a:buNone/>
            </a:pPr>
            <a:endParaRPr lang="en-US" sz="3069" dirty="0"/>
          </a:p>
        </p:txBody>
      </p:sp>
      <p:sp>
        <p:nvSpPr>
          <p:cNvPr id="18" name="Text 15"/>
          <p:cNvSpPr/>
          <p:nvPr/>
        </p:nvSpPr>
        <p:spPr>
          <a:xfrm>
            <a:off x="10432375" y="3772257"/>
            <a:ext cx="3248501" cy="406003"/>
          </a:xfrm>
          <a:prstGeom prst="rect">
            <a:avLst/>
          </a:prstGeom>
          <a:noFill/>
          <a:ln/>
        </p:spPr>
        <p:txBody>
          <a:bodyPr wrap="none" rtlCol="0" anchor="t"/>
          <a:lstStyle/>
          <a:p>
            <a:pPr marL="0" indent="0">
              <a:lnSpc>
                <a:spcPts val="3197"/>
              </a:lnSpc>
              <a:buNone/>
            </a:pPr>
            <a:endParaRPr lang="en-US" sz="2558" dirty="0"/>
          </a:p>
        </p:txBody>
      </p:sp>
      <p:sp>
        <p:nvSpPr>
          <p:cNvPr id="19" name="Text 16"/>
          <p:cNvSpPr/>
          <p:nvPr/>
        </p:nvSpPr>
        <p:spPr>
          <a:xfrm>
            <a:off x="10432375" y="4326374"/>
            <a:ext cx="3333988" cy="1185148"/>
          </a:xfrm>
          <a:prstGeom prst="rect">
            <a:avLst/>
          </a:prstGeom>
          <a:noFill/>
          <a:ln/>
        </p:spPr>
        <p:txBody>
          <a:bodyPr wrap="square" rtlCol="0" anchor="t"/>
          <a:lstStyle/>
          <a:p>
            <a:pPr marL="0" indent="0">
              <a:lnSpc>
                <a:spcPts val="3110"/>
              </a:lnSpc>
              <a:buNone/>
            </a:pPr>
            <a:endParaRPr lang="en-US" sz="1944" dirty="0"/>
          </a:p>
        </p:txBody>
      </p:sp>
      <p:sp>
        <p:nvSpPr>
          <p:cNvPr id="21" name="Text 18"/>
          <p:cNvSpPr/>
          <p:nvPr/>
        </p:nvSpPr>
        <p:spPr>
          <a:xfrm>
            <a:off x="1023818" y="6118741"/>
            <a:ext cx="235863" cy="389811"/>
          </a:xfrm>
          <a:prstGeom prst="rect">
            <a:avLst/>
          </a:prstGeom>
          <a:noFill/>
          <a:ln/>
        </p:spPr>
        <p:txBody>
          <a:bodyPr wrap="none" rtlCol="0" anchor="t"/>
          <a:lstStyle/>
          <a:p>
            <a:pPr marL="0" indent="0" algn="ctr">
              <a:lnSpc>
                <a:spcPts val="3069"/>
              </a:lnSpc>
              <a:buNone/>
            </a:pPr>
            <a:endParaRPr lang="en-US" sz="3069" dirty="0"/>
          </a:p>
        </p:txBody>
      </p:sp>
      <p:sp>
        <p:nvSpPr>
          <p:cNvPr id="22" name="Text 19"/>
          <p:cNvSpPr/>
          <p:nvPr/>
        </p:nvSpPr>
        <p:spPr>
          <a:xfrm>
            <a:off x="1666280" y="6035992"/>
            <a:ext cx="3248501" cy="406003"/>
          </a:xfrm>
          <a:prstGeom prst="rect">
            <a:avLst/>
          </a:prstGeom>
          <a:noFill/>
          <a:ln/>
        </p:spPr>
        <p:txBody>
          <a:bodyPr wrap="none" rtlCol="0" anchor="t"/>
          <a:lstStyle/>
          <a:p>
            <a:pPr marL="0" indent="0">
              <a:lnSpc>
                <a:spcPts val="3197"/>
              </a:lnSpc>
              <a:buNone/>
            </a:pPr>
            <a:endParaRPr lang="en-US" sz="2558" dirty="0"/>
          </a:p>
        </p:txBody>
      </p:sp>
      <p:sp>
        <p:nvSpPr>
          <p:cNvPr id="23" name="Text 20"/>
          <p:cNvSpPr/>
          <p:nvPr/>
        </p:nvSpPr>
        <p:spPr>
          <a:xfrm>
            <a:off x="1666280" y="6590109"/>
            <a:ext cx="12100084" cy="395049"/>
          </a:xfrm>
          <a:prstGeom prst="rect">
            <a:avLst/>
          </a:prstGeom>
          <a:noFill/>
          <a:ln/>
        </p:spPr>
        <p:txBody>
          <a:bodyPr wrap="none" rtlCol="0" anchor="t"/>
          <a:lstStyle/>
          <a:p>
            <a:pPr marL="0" indent="0">
              <a:lnSpc>
                <a:spcPts val="3110"/>
              </a:lnSpc>
              <a:buNone/>
            </a:pPr>
            <a:endParaRPr lang="en-US" sz="1944" dirty="0"/>
          </a:p>
        </p:txBody>
      </p:sp>
      <p:graphicFrame>
        <p:nvGraphicFramePr>
          <p:cNvPr id="8" name="Diagram 7">
            <a:extLst>
              <a:ext uri="{FF2B5EF4-FFF2-40B4-BE49-F238E27FC236}">
                <a16:creationId xmlns:a16="http://schemas.microsoft.com/office/drawing/2014/main" id="{065662BF-A5EC-280A-CAC9-BA905B185288}"/>
              </a:ext>
            </a:extLst>
          </p:cNvPr>
          <p:cNvGraphicFramePr/>
          <p:nvPr>
            <p:extLst>
              <p:ext uri="{D42A27DB-BD31-4B8C-83A1-F6EECF244321}">
                <p14:modId xmlns:p14="http://schemas.microsoft.com/office/powerpoint/2010/main" val="3609959569"/>
              </p:ext>
            </p:extLst>
          </p:nvPr>
        </p:nvGraphicFramePr>
        <p:xfrm>
          <a:off x="2438400" y="2426850"/>
          <a:ext cx="9753600" cy="493914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27427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sz="2800"/>
          </a:p>
        </p:txBody>
      </p:sp>
      <p:sp>
        <p:nvSpPr>
          <p:cNvPr id="3" name="Shape 1"/>
          <p:cNvSpPr/>
          <p:nvPr/>
        </p:nvSpPr>
        <p:spPr>
          <a:xfrm>
            <a:off x="0" y="0"/>
            <a:ext cx="14630400" cy="8229600"/>
          </a:xfrm>
          <a:prstGeom prst="rect">
            <a:avLst/>
          </a:prstGeom>
          <a:solidFill>
            <a:srgbClr val="282C32"/>
          </a:solidFill>
          <a:ln/>
        </p:spPr>
        <p:txBody>
          <a:bodyPr/>
          <a:lstStyle/>
          <a:p>
            <a:endParaRPr lang="en-US" sz="2800"/>
          </a:p>
        </p:txBody>
      </p:sp>
      <p:sp>
        <p:nvSpPr>
          <p:cNvPr id="4" name="Text 2"/>
          <p:cNvSpPr/>
          <p:nvPr/>
        </p:nvSpPr>
        <p:spPr>
          <a:xfrm>
            <a:off x="879277" y="1155323"/>
            <a:ext cx="6497003" cy="812125"/>
          </a:xfrm>
          <a:prstGeom prst="rect">
            <a:avLst/>
          </a:prstGeom>
          <a:noFill/>
          <a:ln/>
        </p:spPr>
        <p:txBody>
          <a:bodyPr wrap="none" rtlCol="0" anchor="t"/>
          <a:lstStyle/>
          <a:p>
            <a:pPr marL="0" indent="0">
              <a:lnSpc>
                <a:spcPts val="6395"/>
              </a:lnSpc>
              <a:buNone/>
            </a:pPr>
            <a:r>
              <a:rPr lang="en-US" sz="3600" b="1" dirty="0">
                <a:solidFill>
                  <a:srgbClr val="9998FF"/>
                </a:solidFill>
                <a:latin typeface="Barlow" pitchFamily="34" charset="0"/>
                <a:ea typeface="Barlow" pitchFamily="34" charset="-122"/>
                <a:cs typeface="Barlow" pitchFamily="34" charset="-120"/>
              </a:rPr>
              <a:t>Legal Proceedings</a:t>
            </a:r>
            <a:endParaRPr lang="en-US" sz="3600" dirty="0"/>
          </a:p>
        </p:txBody>
      </p:sp>
      <p:sp>
        <p:nvSpPr>
          <p:cNvPr id="5" name="Text 3"/>
          <p:cNvSpPr/>
          <p:nvPr/>
        </p:nvSpPr>
        <p:spPr>
          <a:xfrm>
            <a:off x="864037" y="2270200"/>
            <a:ext cx="12902327" cy="790099"/>
          </a:xfrm>
          <a:prstGeom prst="rect">
            <a:avLst/>
          </a:prstGeom>
          <a:noFill/>
          <a:ln/>
        </p:spPr>
        <p:txBody>
          <a:bodyPr wrap="square" rtlCol="0" anchor="t"/>
          <a:lstStyle/>
          <a:p>
            <a:pPr marL="0" indent="0">
              <a:lnSpc>
                <a:spcPts val="3110"/>
              </a:lnSpc>
              <a:buNone/>
            </a:pPr>
            <a:r>
              <a:rPr lang="en-US" sz="2800" dirty="0">
                <a:solidFill>
                  <a:srgbClr val="EEEFF5"/>
                </a:solidFill>
                <a:latin typeface="Montserrat" pitchFamily="34" charset="0"/>
                <a:ea typeface="Montserrat" pitchFamily="34" charset="-122"/>
                <a:cs typeface="Montserrat" pitchFamily="34" charset="-120"/>
              </a:rPr>
              <a:t>Presenting findings in court or to relevant authorities requires clear documentation and expert testimony. Adherence to legal standards is crucial for admissibility.</a:t>
            </a:r>
            <a:endParaRPr lang="en-US" sz="2800" dirty="0"/>
          </a:p>
        </p:txBody>
      </p:sp>
      <p:sp>
        <p:nvSpPr>
          <p:cNvPr id="6" name="Shape 4"/>
          <p:cNvSpPr/>
          <p:nvPr/>
        </p:nvSpPr>
        <p:spPr>
          <a:xfrm>
            <a:off x="864037" y="3811548"/>
            <a:ext cx="12902327" cy="2856547"/>
          </a:xfrm>
          <a:prstGeom prst="roundRect">
            <a:avLst>
              <a:gd name="adj" fmla="val 7779"/>
            </a:avLst>
          </a:prstGeom>
          <a:noFill/>
          <a:ln w="15240">
            <a:solidFill>
              <a:srgbClr val="FFFFFF">
                <a:alpha val="24000"/>
              </a:srgbClr>
            </a:solidFill>
            <a:prstDash val="solid"/>
          </a:ln>
        </p:spPr>
        <p:txBody>
          <a:bodyPr/>
          <a:lstStyle/>
          <a:p>
            <a:endParaRPr lang="en-US" sz="2800"/>
          </a:p>
        </p:txBody>
      </p:sp>
      <p:sp>
        <p:nvSpPr>
          <p:cNvPr id="7" name="Shape 5"/>
          <p:cNvSpPr/>
          <p:nvPr/>
        </p:nvSpPr>
        <p:spPr>
          <a:xfrm>
            <a:off x="879277" y="3826788"/>
            <a:ext cx="12870537" cy="706517"/>
          </a:xfrm>
          <a:prstGeom prst="rect">
            <a:avLst/>
          </a:prstGeom>
          <a:solidFill>
            <a:srgbClr val="FFFFFF">
              <a:alpha val="4000"/>
            </a:srgbClr>
          </a:solidFill>
          <a:ln/>
        </p:spPr>
        <p:txBody>
          <a:bodyPr/>
          <a:lstStyle/>
          <a:p>
            <a:endParaRPr lang="en-US" sz="2800"/>
          </a:p>
        </p:txBody>
      </p:sp>
      <p:sp>
        <p:nvSpPr>
          <p:cNvPr id="8" name="Text 6"/>
          <p:cNvSpPr/>
          <p:nvPr/>
        </p:nvSpPr>
        <p:spPr>
          <a:xfrm>
            <a:off x="1127522" y="3982522"/>
            <a:ext cx="3792260" cy="395049"/>
          </a:xfrm>
          <a:prstGeom prst="rect">
            <a:avLst/>
          </a:prstGeom>
          <a:noFill/>
          <a:ln/>
        </p:spPr>
        <p:txBody>
          <a:bodyPr wrap="none" rtlCol="0" anchor="t"/>
          <a:lstStyle/>
          <a:p>
            <a:pPr marL="0" indent="0">
              <a:lnSpc>
                <a:spcPts val="3110"/>
              </a:lnSpc>
              <a:buNone/>
            </a:pPr>
            <a:r>
              <a:rPr lang="en-US" sz="2800" dirty="0">
                <a:solidFill>
                  <a:srgbClr val="EEEFF5"/>
                </a:solidFill>
                <a:latin typeface="Montserrat" pitchFamily="34" charset="0"/>
                <a:ea typeface="Montserrat" pitchFamily="34" charset="-122"/>
                <a:cs typeface="Montserrat" pitchFamily="34" charset="-120"/>
              </a:rPr>
              <a:t>Documentation</a:t>
            </a:r>
            <a:endParaRPr lang="en-US" sz="2800" dirty="0"/>
          </a:p>
        </p:txBody>
      </p:sp>
      <p:sp>
        <p:nvSpPr>
          <p:cNvPr id="9" name="Text 7"/>
          <p:cNvSpPr/>
          <p:nvPr/>
        </p:nvSpPr>
        <p:spPr>
          <a:xfrm>
            <a:off x="5421035" y="3982522"/>
            <a:ext cx="3788450" cy="395049"/>
          </a:xfrm>
          <a:prstGeom prst="rect">
            <a:avLst/>
          </a:prstGeom>
          <a:noFill/>
          <a:ln/>
        </p:spPr>
        <p:txBody>
          <a:bodyPr wrap="none" rtlCol="0" anchor="t"/>
          <a:lstStyle/>
          <a:p>
            <a:pPr marL="0" indent="0">
              <a:lnSpc>
                <a:spcPts val="3110"/>
              </a:lnSpc>
              <a:buNone/>
            </a:pPr>
            <a:r>
              <a:rPr lang="en-US" sz="2800" dirty="0">
                <a:solidFill>
                  <a:srgbClr val="EEEFF5"/>
                </a:solidFill>
                <a:latin typeface="Montserrat" pitchFamily="34" charset="0"/>
                <a:ea typeface="Montserrat" pitchFamily="34" charset="-122"/>
                <a:cs typeface="Montserrat" pitchFamily="34" charset="-120"/>
              </a:rPr>
              <a:t>Expert Testimony</a:t>
            </a:r>
            <a:endParaRPr lang="en-US" sz="2800" dirty="0"/>
          </a:p>
        </p:txBody>
      </p:sp>
      <p:sp>
        <p:nvSpPr>
          <p:cNvPr id="10" name="Text 8"/>
          <p:cNvSpPr/>
          <p:nvPr/>
        </p:nvSpPr>
        <p:spPr>
          <a:xfrm>
            <a:off x="9710738" y="3982522"/>
            <a:ext cx="3792260" cy="395049"/>
          </a:xfrm>
          <a:prstGeom prst="rect">
            <a:avLst/>
          </a:prstGeom>
          <a:noFill/>
          <a:ln/>
        </p:spPr>
        <p:txBody>
          <a:bodyPr wrap="none" rtlCol="0" anchor="t"/>
          <a:lstStyle/>
          <a:p>
            <a:pPr marL="0" indent="0">
              <a:lnSpc>
                <a:spcPts val="3110"/>
              </a:lnSpc>
              <a:buNone/>
            </a:pPr>
            <a:r>
              <a:rPr lang="en-US" sz="2800" dirty="0">
                <a:solidFill>
                  <a:srgbClr val="EEEFF5"/>
                </a:solidFill>
                <a:latin typeface="Montserrat" pitchFamily="34" charset="0"/>
                <a:ea typeface="Montserrat" pitchFamily="34" charset="-122"/>
                <a:cs typeface="Montserrat" pitchFamily="34" charset="-120"/>
              </a:rPr>
              <a:t>Legal Standards</a:t>
            </a:r>
            <a:endParaRPr lang="en-US" sz="2800" dirty="0"/>
          </a:p>
        </p:txBody>
      </p:sp>
      <p:sp>
        <p:nvSpPr>
          <p:cNvPr id="11" name="Shape 9"/>
          <p:cNvSpPr/>
          <p:nvPr/>
        </p:nvSpPr>
        <p:spPr>
          <a:xfrm>
            <a:off x="879277" y="4533305"/>
            <a:ext cx="12870537" cy="706517"/>
          </a:xfrm>
          <a:prstGeom prst="rect">
            <a:avLst/>
          </a:prstGeom>
          <a:solidFill>
            <a:srgbClr val="000000">
              <a:alpha val="4000"/>
            </a:srgbClr>
          </a:solidFill>
          <a:ln/>
        </p:spPr>
        <p:txBody>
          <a:bodyPr/>
          <a:lstStyle/>
          <a:p>
            <a:endParaRPr lang="en-US" sz="2800"/>
          </a:p>
        </p:txBody>
      </p:sp>
      <p:sp>
        <p:nvSpPr>
          <p:cNvPr id="12" name="Text 10"/>
          <p:cNvSpPr/>
          <p:nvPr/>
        </p:nvSpPr>
        <p:spPr>
          <a:xfrm>
            <a:off x="1127522" y="4689038"/>
            <a:ext cx="3792260" cy="395049"/>
          </a:xfrm>
          <a:prstGeom prst="rect">
            <a:avLst/>
          </a:prstGeom>
          <a:noFill/>
          <a:ln/>
        </p:spPr>
        <p:txBody>
          <a:bodyPr wrap="none" rtlCol="0" anchor="t"/>
          <a:lstStyle/>
          <a:p>
            <a:pPr marL="0" indent="0">
              <a:lnSpc>
                <a:spcPts val="3110"/>
              </a:lnSpc>
              <a:buNone/>
            </a:pPr>
            <a:r>
              <a:rPr lang="en-US" sz="2800" dirty="0">
                <a:solidFill>
                  <a:srgbClr val="EEEFF5"/>
                </a:solidFill>
                <a:latin typeface="Montserrat" pitchFamily="34" charset="0"/>
                <a:ea typeface="Montserrat" pitchFamily="34" charset="-122"/>
                <a:cs typeface="Montserrat" pitchFamily="34" charset="-120"/>
              </a:rPr>
              <a:t>Detailed reports</a:t>
            </a:r>
            <a:endParaRPr lang="en-US" sz="2800" dirty="0"/>
          </a:p>
        </p:txBody>
      </p:sp>
      <p:sp>
        <p:nvSpPr>
          <p:cNvPr id="13" name="Text 11"/>
          <p:cNvSpPr/>
          <p:nvPr/>
        </p:nvSpPr>
        <p:spPr>
          <a:xfrm>
            <a:off x="5421035" y="4689038"/>
            <a:ext cx="3788450" cy="395049"/>
          </a:xfrm>
          <a:prstGeom prst="rect">
            <a:avLst/>
          </a:prstGeom>
          <a:noFill/>
          <a:ln/>
        </p:spPr>
        <p:txBody>
          <a:bodyPr wrap="none" rtlCol="0" anchor="t"/>
          <a:lstStyle/>
          <a:p>
            <a:pPr marL="0" indent="0">
              <a:lnSpc>
                <a:spcPts val="3110"/>
              </a:lnSpc>
              <a:buNone/>
            </a:pPr>
            <a:r>
              <a:rPr lang="en-US" sz="2800" dirty="0">
                <a:solidFill>
                  <a:srgbClr val="EEEFF5"/>
                </a:solidFill>
                <a:latin typeface="Montserrat" pitchFamily="34" charset="0"/>
                <a:ea typeface="Montserrat" pitchFamily="34" charset="-122"/>
                <a:cs typeface="Montserrat" pitchFamily="34" charset="-120"/>
              </a:rPr>
              <a:t>Qualifications</a:t>
            </a:r>
            <a:endParaRPr lang="en-US" sz="2800" dirty="0"/>
          </a:p>
        </p:txBody>
      </p:sp>
      <p:sp>
        <p:nvSpPr>
          <p:cNvPr id="14" name="Text 12"/>
          <p:cNvSpPr/>
          <p:nvPr/>
        </p:nvSpPr>
        <p:spPr>
          <a:xfrm>
            <a:off x="9710738" y="4689038"/>
            <a:ext cx="3792260" cy="395049"/>
          </a:xfrm>
          <a:prstGeom prst="rect">
            <a:avLst/>
          </a:prstGeom>
          <a:noFill/>
          <a:ln/>
        </p:spPr>
        <p:txBody>
          <a:bodyPr wrap="none" rtlCol="0" anchor="t"/>
          <a:lstStyle/>
          <a:p>
            <a:pPr marL="0" indent="0">
              <a:lnSpc>
                <a:spcPts val="3110"/>
              </a:lnSpc>
              <a:buNone/>
            </a:pPr>
            <a:r>
              <a:rPr lang="en-US" sz="2800" dirty="0">
                <a:solidFill>
                  <a:srgbClr val="EEEFF5"/>
                </a:solidFill>
                <a:latin typeface="Montserrat" pitchFamily="34" charset="0"/>
                <a:ea typeface="Montserrat" pitchFamily="34" charset="-122"/>
                <a:cs typeface="Montserrat" pitchFamily="34" charset="-120"/>
              </a:rPr>
              <a:t>Chain of custody</a:t>
            </a:r>
            <a:endParaRPr lang="en-US" sz="2800" dirty="0"/>
          </a:p>
        </p:txBody>
      </p:sp>
      <p:sp>
        <p:nvSpPr>
          <p:cNvPr id="15" name="Shape 13"/>
          <p:cNvSpPr/>
          <p:nvPr/>
        </p:nvSpPr>
        <p:spPr>
          <a:xfrm>
            <a:off x="879277" y="5239822"/>
            <a:ext cx="12870537" cy="706517"/>
          </a:xfrm>
          <a:prstGeom prst="rect">
            <a:avLst/>
          </a:prstGeom>
          <a:solidFill>
            <a:srgbClr val="FFFFFF">
              <a:alpha val="4000"/>
            </a:srgbClr>
          </a:solidFill>
          <a:ln/>
        </p:spPr>
        <p:txBody>
          <a:bodyPr/>
          <a:lstStyle/>
          <a:p>
            <a:endParaRPr lang="en-US" sz="2800"/>
          </a:p>
        </p:txBody>
      </p:sp>
      <p:sp>
        <p:nvSpPr>
          <p:cNvPr id="16" name="Text 14"/>
          <p:cNvSpPr/>
          <p:nvPr/>
        </p:nvSpPr>
        <p:spPr>
          <a:xfrm>
            <a:off x="1127522" y="5395555"/>
            <a:ext cx="3792260" cy="395049"/>
          </a:xfrm>
          <a:prstGeom prst="rect">
            <a:avLst/>
          </a:prstGeom>
          <a:noFill/>
          <a:ln/>
        </p:spPr>
        <p:txBody>
          <a:bodyPr wrap="none" rtlCol="0" anchor="t"/>
          <a:lstStyle/>
          <a:p>
            <a:pPr marL="0" indent="0">
              <a:lnSpc>
                <a:spcPts val="3110"/>
              </a:lnSpc>
              <a:buNone/>
            </a:pPr>
            <a:r>
              <a:rPr lang="en-US" sz="2800" dirty="0">
                <a:solidFill>
                  <a:srgbClr val="EEEFF5"/>
                </a:solidFill>
                <a:latin typeface="Montserrat" pitchFamily="34" charset="0"/>
                <a:ea typeface="Montserrat" pitchFamily="34" charset="-122"/>
                <a:cs typeface="Montserrat" pitchFamily="34" charset="-120"/>
              </a:rPr>
              <a:t>Evidence logs</a:t>
            </a:r>
            <a:endParaRPr lang="en-US" sz="2800" dirty="0"/>
          </a:p>
        </p:txBody>
      </p:sp>
      <p:sp>
        <p:nvSpPr>
          <p:cNvPr id="17" name="Text 15"/>
          <p:cNvSpPr/>
          <p:nvPr/>
        </p:nvSpPr>
        <p:spPr>
          <a:xfrm>
            <a:off x="5421035" y="5395555"/>
            <a:ext cx="3788450" cy="395049"/>
          </a:xfrm>
          <a:prstGeom prst="rect">
            <a:avLst/>
          </a:prstGeom>
          <a:noFill/>
          <a:ln/>
        </p:spPr>
        <p:txBody>
          <a:bodyPr wrap="none" rtlCol="0" anchor="t"/>
          <a:lstStyle/>
          <a:p>
            <a:pPr marL="0" indent="0">
              <a:lnSpc>
                <a:spcPts val="3110"/>
              </a:lnSpc>
              <a:buNone/>
            </a:pPr>
            <a:r>
              <a:rPr lang="en-US" sz="2800" dirty="0">
                <a:solidFill>
                  <a:srgbClr val="EEEFF5"/>
                </a:solidFill>
                <a:latin typeface="Montserrat" pitchFamily="34" charset="0"/>
                <a:ea typeface="Montserrat" pitchFamily="34" charset="-122"/>
                <a:cs typeface="Montserrat" pitchFamily="34" charset="-120"/>
              </a:rPr>
              <a:t>Clear explanations</a:t>
            </a:r>
            <a:endParaRPr lang="en-US" sz="2800" dirty="0"/>
          </a:p>
        </p:txBody>
      </p:sp>
      <p:sp>
        <p:nvSpPr>
          <p:cNvPr id="18" name="Text 16"/>
          <p:cNvSpPr/>
          <p:nvPr/>
        </p:nvSpPr>
        <p:spPr>
          <a:xfrm>
            <a:off x="9710738" y="5395555"/>
            <a:ext cx="3792260" cy="395049"/>
          </a:xfrm>
          <a:prstGeom prst="rect">
            <a:avLst/>
          </a:prstGeom>
          <a:noFill/>
          <a:ln/>
        </p:spPr>
        <p:txBody>
          <a:bodyPr wrap="none" rtlCol="0" anchor="t"/>
          <a:lstStyle/>
          <a:p>
            <a:pPr marL="0" indent="0">
              <a:lnSpc>
                <a:spcPts val="3110"/>
              </a:lnSpc>
              <a:buNone/>
            </a:pPr>
            <a:r>
              <a:rPr lang="en-US" sz="2800" dirty="0">
                <a:solidFill>
                  <a:srgbClr val="EEEFF5"/>
                </a:solidFill>
                <a:latin typeface="Montserrat" pitchFamily="34" charset="0"/>
                <a:ea typeface="Montserrat" pitchFamily="34" charset="-122"/>
                <a:cs typeface="Montserrat" pitchFamily="34" charset="-120"/>
              </a:rPr>
              <a:t>Admissibility rules</a:t>
            </a:r>
            <a:endParaRPr lang="en-US" sz="2800" dirty="0"/>
          </a:p>
        </p:txBody>
      </p:sp>
      <p:sp>
        <p:nvSpPr>
          <p:cNvPr id="19" name="Shape 17"/>
          <p:cNvSpPr/>
          <p:nvPr/>
        </p:nvSpPr>
        <p:spPr>
          <a:xfrm>
            <a:off x="879277" y="5946338"/>
            <a:ext cx="12870537" cy="706517"/>
          </a:xfrm>
          <a:prstGeom prst="rect">
            <a:avLst/>
          </a:prstGeom>
          <a:solidFill>
            <a:srgbClr val="000000">
              <a:alpha val="4000"/>
            </a:srgbClr>
          </a:solidFill>
          <a:ln/>
        </p:spPr>
        <p:txBody>
          <a:bodyPr/>
          <a:lstStyle/>
          <a:p>
            <a:endParaRPr lang="en-US" sz="2800"/>
          </a:p>
        </p:txBody>
      </p:sp>
      <p:sp>
        <p:nvSpPr>
          <p:cNvPr id="20" name="Text 18"/>
          <p:cNvSpPr/>
          <p:nvPr/>
        </p:nvSpPr>
        <p:spPr>
          <a:xfrm>
            <a:off x="1127522" y="6102072"/>
            <a:ext cx="3792260" cy="395049"/>
          </a:xfrm>
          <a:prstGeom prst="rect">
            <a:avLst/>
          </a:prstGeom>
          <a:noFill/>
          <a:ln/>
        </p:spPr>
        <p:txBody>
          <a:bodyPr wrap="none" rtlCol="0" anchor="t"/>
          <a:lstStyle/>
          <a:p>
            <a:pPr marL="0" indent="0">
              <a:lnSpc>
                <a:spcPts val="3110"/>
              </a:lnSpc>
              <a:buNone/>
            </a:pPr>
            <a:r>
              <a:rPr lang="en-US" sz="2800" dirty="0">
                <a:solidFill>
                  <a:srgbClr val="EEEFF5"/>
                </a:solidFill>
                <a:latin typeface="Montserrat" pitchFamily="34" charset="0"/>
                <a:ea typeface="Montserrat" pitchFamily="34" charset="-122"/>
                <a:cs typeface="Montserrat" pitchFamily="34" charset="-120"/>
              </a:rPr>
              <a:t>Analysis findings</a:t>
            </a:r>
            <a:endParaRPr lang="en-US" sz="2800" dirty="0"/>
          </a:p>
        </p:txBody>
      </p:sp>
      <p:sp>
        <p:nvSpPr>
          <p:cNvPr id="21" name="Text 19"/>
          <p:cNvSpPr/>
          <p:nvPr/>
        </p:nvSpPr>
        <p:spPr>
          <a:xfrm>
            <a:off x="5421035" y="6102072"/>
            <a:ext cx="3788450" cy="395049"/>
          </a:xfrm>
          <a:prstGeom prst="rect">
            <a:avLst/>
          </a:prstGeom>
          <a:noFill/>
          <a:ln/>
        </p:spPr>
        <p:txBody>
          <a:bodyPr wrap="none" rtlCol="0" anchor="t"/>
          <a:lstStyle/>
          <a:p>
            <a:pPr marL="0" indent="0">
              <a:lnSpc>
                <a:spcPts val="3110"/>
              </a:lnSpc>
              <a:buNone/>
            </a:pPr>
            <a:r>
              <a:rPr lang="en-US" sz="2800" dirty="0">
                <a:solidFill>
                  <a:srgbClr val="EEEFF5"/>
                </a:solidFill>
                <a:latin typeface="Montserrat" pitchFamily="34" charset="0"/>
                <a:ea typeface="Montserrat" pitchFamily="34" charset="-122"/>
                <a:cs typeface="Montserrat" pitchFamily="34" charset="-120"/>
              </a:rPr>
              <a:t>Impartiality</a:t>
            </a:r>
            <a:endParaRPr lang="en-US" sz="2800" dirty="0"/>
          </a:p>
        </p:txBody>
      </p:sp>
      <p:sp>
        <p:nvSpPr>
          <p:cNvPr id="22" name="Text 20"/>
          <p:cNvSpPr/>
          <p:nvPr/>
        </p:nvSpPr>
        <p:spPr>
          <a:xfrm>
            <a:off x="9710738" y="6102072"/>
            <a:ext cx="3792260" cy="395049"/>
          </a:xfrm>
          <a:prstGeom prst="rect">
            <a:avLst/>
          </a:prstGeom>
          <a:noFill/>
          <a:ln/>
        </p:spPr>
        <p:txBody>
          <a:bodyPr wrap="none" rtlCol="0" anchor="t"/>
          <a:lstStyle/>
          <a:p>
            <a:pPr marL="0" indent="0">
              <a:lnSpc>
                <a:spcPts val="3110"/>
              </a:lnSpc>
              <a:buNone/>
            </a:pPr>
            <a:r>
              <a:rPr lang="en-US" sz="2800" dirty="0">
                <a:solidFill>
                  <a:srgbClr val="EEEFF5"/>
                </a:solidFill>
                <a:latin typeface="Montserrat" pitchFamily="34" charset="0"/>
                <a:ea typeface="Montserrat" pitchFamily="34" charset="-122"/>
                <a:cs typeface="Montserrat" pitchFamily="34" charset="-120"/>
              </a:rPr>
              <a:t>Privacy laws</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a:p>
        </p:txBody>
      </p:sp>
      <p:sp>
        <p:nvSpPr>
          <p:cNvPr id="3" name="Shape 1"/>
          <p:cNvSpPr/>
          <p:nvPr/>
        </p:nvSpPr>
        <p:spPr>
          <a:xfrm>
            <a:off x="0" y="0"/>
            <a:ext cx="14630400" cy="8229600"/>
          </a:xfrm>
          <a:prstGeom prst="rect">
            <a:avLst/>
          </a:prstGeom>
          <a:solidFill>
            <a:srgbClr val="282C32"/>
          </a:solidFill>
          <a:ln/>
        </p:spPr>
        <p:txBody>
          <a:bodyPr/>
          <a:lstStyle/>
          <a:p>
            <a:endParaRPr lang="en-US"/>
          </a:p>
        </p:txBody>
      </p:sp>
      <p:sp>
        <p:nvSpPr>
          <p:cNvPr id="4" name="Text 2"/>
          <p:cNvSpPr/>
          <p:nvPr/>
        </p:nvSpPr>
        <p:spPr>
          <a:xfrm>
            <a:off x="864037" y="1028462"/>
            <a:ext cx="9216628" cy="812125"/>
          </a:xfrm>
          <a:prstGeom prst="rect">
            <a:avLst/>
          </a:prstGeom>
          <a:noFill/>
          <a:ln/>
        </p:spPr>
        <p:txBody>
          <a:bodyPr wrap="none" rtlCol="0" anchor="t"/>
          <a:lstStyle/>
          <a:p>
            <a:pPr marL="0" indent="0">
              <a:lnSpc>
                <a:spcPts val="6395"/>
              </a:lnSpc>
              <a:buNone/>
            </a:pPr>
            <a:r>
              <a:rPr lang="en-US" sz="5116" b="1" dirty="0">
                <a:solidFill>
                  <a:srgbClr val="9998FF"/>
                </a:solidFill>
                <a:latin typeface="Barlow" pitchFamily="34" charset="0"/>
              </a:rPr>
              <a:t>What is Root Cause Analysis?</a:t>
            </a:r>
            <a:endParaRPr lang="en-US" sz="5116" dirty="0"/>
          </a:p>
        </p:txBody>
      </p:sp>
      <p:sp>
        <p:nvSpPr>
          <p:cNvPr id="5" name="Text 3"/>
          <p:cNvSpPr/>
          <p:nvPr/>
        </p:nvSpPr>
        <p:spPr>
          <a:xfrm>
            <a:off x="864037" y="2210872"/>
            <a:ext cx="12902327" cy="790099"/>
          </a:xfrm>
          <a:prstGeom prst="rect">
            <a:avLst/>
          </a:prstGeom>
          <a:noFill/>
          <a:ln/>
        </p:spPr>
        <p:txBody>
          <a:bodyPr wrap="square" rtlCol="0" anchor="t"/>
          <a:lstStyle/>
          <a:p>
            <a:pPr marL="0" indent="0">
              <a:lnSpc>
                <a:spcPts val="3110"/>
              </a:lnSpc>
              <a:buNone/>
            </a:pPr>
            <a:endParaRPr lang="en-US" sz="1944" dirty="0"/>
          </a:p>
        </p:txBody>
      </p:sp>
      <p:sp>
        <p:nvSpPr>
          <p:cNvPr id="7" name="Text 5"/>
          <p:cNvSpPr/>
          <p:nvPr/>
        </p:nvSpPr>
        <p:spPr>
          <a:xfrm>
            <a:off x="1110853" y="3525441"/>
            <a:ext cx="3248501" cy="406003"/>
          </a:xfrm>
          <a:prstGeom prst="rect">
            <a:avLst/>
          </a:prstGeom>
          <a:noFill/>
          <a:ln/>
        </p:spPr>
        <p:txBody>
          <a:bodyPr wrap="none" rtlCol="0" anchor="t"/>
          <a:lstStyle/>
          <a:p>
            <a:pPr marL="0" indent="0">
              <a:lnSpc>
                <a:spcPts val="3197"/>
              </a:lnSpc>
              <a:buNone/>
            </a:pPr>
            <a:endParaRPr lang="en-US" sz="2558" dirty="0"/>
          </a:p>
        </p:txBody>
      </p:sp>
      <p:sp>
        <p:nvSpPr>
          <p:cNvPr id="8" name="Text 6"/>
          <p:cNvSpPr/>
          <p:nvPr/>
        </p:nvSpPr>
        <p:spPr>
          <a:xfrm>
            <a:off x="1110853" y="4079558"/>
            <a:ext cx="5834182" cy="790099"/>
          </a:xfrm>
          <a:prstGeom prst="rect">
            <a:avLst/>
          </a:prstGeom>
          <a:noFill/>
          <a:ln/>
        </p:spPr>
        <p:txBody>
          <a:bodyPr wrap="square" rtlCol="0" anchor="t"/>
          <a:lstStyle/>
          <a:p>
            <a:pPr marL="0" indent="0">
              <a:lnSpc>
                <a:spcPts val="3110"/>
              </a:lnSpc>
              <a:buNone/>
            </a:pPr>
            <a:endParaRPr lang="en-US" sz="1944" dirty="0"/>
          </a:p>
        </p:txBody>
      </p:sp>
      <p:sp>
        <p:nvSpPr>
          <p:cNvPr id="9" name="Shape 7"/>
          <p:cNvSpPr/>
          <p:nvPr/>
        </p:nvSpPr>
        <p:spPr>
          <a:xfrm>
            <a:off x="7438668" y="3278624"/>
            <a:ext cx="6327815" cy="1837849"/>
          </a:xfrm>
          <a:prstGeom prst="roundRect">
            <a:avLst>
              <a:gd name="adj" fmla="val 12090"/>
            </a:avLst>
          </a:prstGeom>
          <a:solidFill>
            <a:srgbClr val="282C32"/>
          </a:solidFill>
          <a:ln/>
        </p:spPr>
        <p:txBody>
          <a:bodyPr/>
          <a:lstStyle/>
          <a:p>
            <a:endParaRPr lang="en-US"/>
          </a:p>
        </p:txBody>
      </p:sp>
      <p:sp>
        <p:nvSpPr>
          <p:cNvPr id="10" name="Text 8"/>
          <p:cNvSpPr/>
          <p:nvPr/>
        </p:nvSpPr>
        <p:spPr>
          <a:xfrm>
            <a:off x="7685484" y="3525441"/>
            <a:ext cx="3248501" cy="406003"/>
          </a:xfrm>
          <a:prstGeom prst="rect">
            <a:avLst/>
          </a:prstGeom>
          <a:noFill/>
          <a:ln/>
        </p:spPr>
        <p:txBody>
          <a:bodyPr wrap="none" rtlCol="0" anchor="t"/>
          <a:lstStyle/>
          <a:p>
            <a:pPr marL="0" indent="0">
              <a:lnSpc>
                <a:spcPts val="3197"/>
              </a:lnSpc>
              <a:buNone/>
            </a:pPr>
            <a:endParaRPr lang="en-US" sz="2558" dirty="0"/>
          </a:p>
        </p:txBody>
      </p:sp>
      <p:sp>
        <p:nvSpPr>
          <p:cNvPr id="11" name="Text 9"/>
          <p:cNvSpPr/>
          <p:nvPr/>
        </p:nvSpPr>
        <p:spPr>
          <a:xfrm>
            <a:off x="7685484" y="4079558"/>
            <a:ext cx="5834182" cy="790099"/>
          </a:xfrm>
          <a:prstGeom prst="rect">
            <a:avLst/>
          </a:prstGeom>
          <a:noFill/>
          <a:ln/>
        </p:spPr>
        <p:txBody>
          <a:bodyPr wrap="square" rtlCol="0" anchor="t"/>
          <a:lstStyle/>
          <a:p>
            <a:pPr marL="0" indent="0">
              <a:lnSpc>
                <a:spcPts val="3110"/>
              </a:lnSpc>
              <a:buNone/>
            </a:pPr>
            <a:endParaRPr lang="en-US" sz="1944" dirty="0"/>
          </a:p>
        </p:txBody>
      </p:sp>
      <p:sp>
        <p:nvSpPr>
          <p:cNvPr id="12" name="Shape 10"/>
          <p:cNvSpPr/>
          <p:nvPr/>
        </p:nvSpPr>
        <p:spPr>
          <a:xfrm>
            <a:off x="691377" y="2743200"/>
            <a:ext cx="12217468" cy="4374067"/>
          </a:xfrm>
          <a:prstGeom prst="roundRect">
            <a:avLst>
              <a:gd name="adj" fmla="val 12090"/>
            </a:avLst>
          </a:prstGeom>
          <a:solidFill>
            <a:srgbClr val="282C32"/>
          </a:solidFill>
          <a:ln/>
        </p:spPr>
        <p:txBody>
          <a:bodyPr/>
          <a:lstStyle/>
          <a:p>
            <a:r>
              <a:rPr lang="en-US" sz="3200" dirty="0">
                <a:solidFill>
                  <a:schemeClr val="bg1"/>
                </a:solidFill>
              </a:rPr>
              <a:t>Root cause analysis (RCA) is a method used to identify the fundamental cause of problems or incidents. The goal of RCA is to determine the underlying issues that lead to an event or problem, rather than just addressing its symptoms. By understanding and addressing these root causes, organizations can implement effective solutions that prevent recurrence and improve overall performance (International Society of Six Sigma Professionals, 2020; </a:t>
            </a:r>
            <a:r>
              <a:rPr lang="en-US" sz="3200" dirty="0" err="1">
                <a:solidFill>
                  <a:schemeClr val="bg1"/>
                </a:solidFill>
              </a:rPr>
              <a:t>Juran</a:t>
            </a:r>
            <a:r>
              <a:rPr lang="en-US" sz="3200" dirty="0">
                <a:solidFill>
                  <a:schemeClr val="bg1"/>
                </a:solidFill>
              </a:rPr>
              <a:t> &amp; Godfrey, 2010).</a:t>
            </a:r>
          </a:p>
        </p:txBody>
      </p:sp>
      <p:sp>
        <p:nvSpPr>
          <p:cNvPr id="13" name="Text 11"/>
          <p:cNvSpPr/>
          <p:nvPr/>
        </p:nvSpPr>
        <p:spPr>
          <a:xfrm>
            <a:off x="1110853" y="5610106"/>
            <a:ext cx="3248501" cy="406003"/>
          </a:xfrm>
          <a:prstGeom prst="rect">
            <a:avLst/>
          </a:prstGeom>
          <a:noFill/>
          <a:ln/>
        </p:spPr>
        <p:txBody>
          <a:bodyPr wrap="none" rtlCol="0" anchor="t"/>
          <a:lstStyle/>
          <a:p>
            <a:pPr marL="0" indent="0">
              <a:lnSpc>
                <a:spcPts val="3197"/>
              </a:lnSpc>
              <a:buNone/>
            </a:pPr>
            <a:endParaRPr lang="en-US" sz="2558" dirty="0"/>
          </a:p>
        </p:txBody>
      </p:sp>
      <p:sp>
        <p:nvSpPr>
          <p:cNvPr id="14" name="Text 12"/>
          <p:cNvSpPr/>
          <p:nvPr/>
        </p:nvSpPr>
        <p:spPr>
          <a:xfrm>
            <a:off x="1110853" y="6164223"/>
            <a:ext cx="5834182" cy="790099"/>
          </a:xfrm>
          <a:prstGeom prst="rect">
            <a:avLst/>
          </a:prstGeom>
          <a:noFill/>
          <a:ln/>
        </p:spPr>
        <p:txBody>
          <a:bodyPr wrap="square" rtlCol="0" anchor="t"/>
          <a:lstStyle/>
          <a:p>
            <a:pPr marL="0" indent="0">
              <a:lnSpc>
                <a:spcPts val="3110"/>
              </a:lnSpc>
              <a:buNone/>
            </a:pPr>
            <a:endParaRPr lang="en-US" sz="1944" dirty="0"/>
          </a:p>
        </p:txBody>
      </p:sp>
      <p:sp>
        <p:nvSpPr>
          <p:cNvPr id="16" name="Text 14"/>
          <p:cNvSpPr/>
          <p:nvPr/>
        </p:nvSpPr>
        <p:spPr>
          <a:xfrm>
            <a:off x="7685484" y="5610106"/>
            <a:ext cx="3248501" cy="406003"/>
          </a:xfrm>
          <a:prstGeom prst="rect">
            <a:avLst/>
          </a:prstGeom>
          <a:noFill/>
          <a:ln/>
        </p:spPr>
        <p:txBody>
          <a:bodyPr wrap="none" rtlCol="0" anchor="t"/>
          <a:lstStyle/>
          <a:p>
            <a:pPr marL="0" indent="0">
              <a:lnSpc>
                <a:spcPts val="3197"/>
              </a:lnSpc>
              <a:buNone/>
            </a:pPr>
            <a:endParaRPr lang="en-US" sz="2558" dirty="0"/>
          </a:p>
        </p:txBody>
      </p:sp>
      <p:sp>
        <p:nvSpPr>
          <p:cNvPr id="17" name="Text 15"/>
          <p:cNvSpPr/>
          <p:nvPr/>
        </p:nvSpPr>
        <p:spPr>
          <a:xfrm>
            <a:off x="7685484" y="6164223"/>
            <a:ext cx="5834182" cy="790099"/>
          </a:xfrm>
          <a:prstGeom prst="rect">
            <a:avLst/>
          </a:prstGeom>
          <a:noFill/>
          <a:ln/>
        </p:spPr>
        <p:txBody>
          <a:bodyPr wrap="square" rtlCol="0" anchor="t"/>
          <a:lstStyle/>
          <a:p>
            <a:pPr marL="0" indent="0">
              <a:lnSpc>
                <a:spcPts val="3110"/>
              </a:lnSpc>
              <a:buNone/>
            </a:pPr>
            <a:endParaRPr lang="en-US" sz="1944" dirty="0"/>
          </a:p>
        </p:txBody>
      </p:sp>
    </p:spTree>
    <p:extLst>
      <p:ext uri="{BB962C8B-B14F-4D97-AF65-F5344CB8AC3E}">
        <p14:creationId xmlns:p14="http://schemas.microsoft.com/office/powerpoint/2010/main" val="2122838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a:p>
        </p:txBody>
      </p:sp>
      <p:sp>
        <p:nvSpPr>
          <p:cNvPr id="3" name="Shape 1"/>
          <p:cNvSpPr/>
          <p:nvPr/>
        </p:nvSpPr>
        <p:spPr>
          <a:xfrm>
            <a:off x="0" y="0"/>
            <a:ext cx="14630400" cy="9524762"/>
          </a:xfrm>
          <a:prstGeom prst="rect">
            <a:avLst/>
          </a:prstGeom>
          <a:solidFill>
            <a:srgbClr val="282C32"/>
          </a:solidFill>
          <a:ln/>
        </p:spPr>
        <p:txBody>
          <a:bodyPr/>
          <a:lstStyle/>
          <a:p>
            <a:endParaRPr lang="en-US"/>
          </a:p>
        </p:txBody>
      </p:sp>
      <p:sp>
        <p:nvSpPr>
          <p:cNvPr id="4" name="Text 2"/>
          <p:cNvSpPr/>
          <p:nvPr/>
        </p:nvSpPr>
        <p:spPr>
          <a:xfrm>
            <a:off x="1619772" y="617922"/>
            <a:ext cx="5320546" cy="568523"/>
          </a:xfrm>
          <a:prstGeom prst="rect">
            <a:avLst/>
          </a:prstGeom>
          <a:noFill/>
          <a:ln/>
        </p:spPr>
        <p:txBody>
          <a:bodyPr wrap="none" rtlCol="0" anchor="t"/>
          <a:lstStyle/>
          <a:p>
            <a:pPr marL="0" indent="0">
              <a:lnSpc>
                <a:spcPts val="4476"/>
              </a:lnSpc>
              <a:buNone/>
            </a:pPr>
            <a:r>
              <a:rPr lang="en-US" sz="3581" b="1" dirty="0">
                <a:solidFill>
                  <a:srgbClr val="9998FF"/>
                </a:solidFill>
                <a:latin typeface="Barlow" pitchFamily="34" charset="0"/>
                <a:ea typeface="Barlow" pitchFamily="34" charset="-122"/>
                <a:cs typeface="Barlow" pitchFamily="34" charset="-120"/>
              </a:rPr>
              <a:t>Root Cause Analysis (RCA)</a:t>
            </a:r>
            <a:endParaRPr lang="en-US" sz="3581" dirty="0"/>
          </a:p>
        </p:txBody>
      </p:sp>
      <p:sp>
        <p:nvSpPr>
          <p:cNvPr id="5" name="Text 3"/>
          <p:cNvSpPr/>
          <p:nvPr/>
        </p:nvSpPr>
        <p:spPr>
          <a:xfrm>
            <a:off x="1619772" y="1493082"/>
            <a:ext cx="9937194" cy="553164"/>
          </a:xfrm>
          <a:prstGeom prst="rect">
            <a:avLst/>
          </a:prstGeom>
          <a:noFill/>
          <a:ln/>
        </p:spPr>
        <p:txBody>
          <a:bodyPr wrap="square" rtlCol="0" anchor="t"/>
          <a:lstStyle/>
          <a:p>
            <a:pPr>
              <a:lnSpc>
                <a:spcPts val="2177"/>
              </a:lnSpc>
            </a:pPr>
            <a:r>
              <a:rPr lang="en-US" sz="2800" dirty="0">
                <a:solidFill>
                  <a:srgbClr val="EEEFF5"/>
                </a:solidFill>
                <a:latin typeface="Montserrat" pitchFamily="34" charset="0"/>
                <a:ea typeface="Montserrat" pitchFamily="34" charset="-122"/>
                <a:cs typeface="Montserrat" pitchFamily="34" charset="-120"/>
              </a:rPr>
              <a:t>RCA is the underlying cause of an issue to prevent recurrence. Its purpose is to address the root cause rather than identify just symptoms.</a:t>
            </a:r>
            <a:endParaRPr lang="en-US" sz="2800" dirty="0"/>
          </a:p>
        </p:txBody>
      </p:sp>
      <p:sp>
        <p:nvSpPr>
          <p:cNvPr id="7" name="Text 4"/>
          <p:cNvSpPr/>
          <p:nvPr/>
        </p:nvSpPr>
        <p:spPr>
          <a:xfrm>
            <a:off x="3469838" y="2309574"/>
            <a:ext cx="2273856" cy="284202"/>
          </a:xfrm>
          <a:prstGeom prst="rect">
            <a:avLst/>
          </a:prstGeom>
          <a:noFill/>
          <a:ln/>
        </p:spPr>
        <p:txBody>
          <a:bodyPr wrap="none" rtlCol="0" anchor="t"/>
          <a:lstStyle/>
          <a:p>
            <a:pPr marL="0" indent="0" algn="l">
              <a:lnSpc>
                <a:spcPts val="2238"/>
              </a:lnSpc>
              <a:buNone/>
            </a:pPr>
            <a:endParaRPr lang="en-US" sz="1791" dirty="0"/>
          </a:p>
        </p:txBody>
      </p:sp>
      <p:sp>
        <p:nvSpPr>
          <p:cNvPr id="8" name="Text 5"/>
          <p:cNvSpPr/>
          <p:nvPr/>
        </p:nvSpPr>
        <p:spPr>
          <a:xfrm>
            <a:off x="3469838" y="2697361"/>
            <a:ext cx="8813959" cy="276582"/>
          </a:xfrm>
          <a:prstGeom prst="rect">
            <a:avLst/>
          </a:prstGeom>
          <a:noFill/>
          <a:ln/>
        </p:spPr>
        <p:txBody>
          <a:bodyPr wrap="none" rtlCol="0" anchor="t"/>
          <a:lstStyle/>
          <a:p>
            <a:pPr marL="0" indent="0" algn="l">
              <a:lnSpc>
                <a:spcPts val="2177"/>
              </a:lnSpc>
              <a:buNone/>
            </a:pPr>
            <a:endParaRPr lang="en-US" sz="1361" dirty="0"/>
          </a:p>
        </p:txBody>
      </p:sp>
      <p:sp>
        <p:nvSpPr>
          <p:cNvPr id="10" name="Text 6"/>
          <p:cNvSpPr/>
          <p:nvPr/>
        </p:nvSpPr>
        <p:spPr>
          <a:xfrm>
            <a:off x="3469838" y="3692128"/>
            <a:ext cx="2273856" cy="284202"/>
          </a:xfrm>
          <a:prstGeom prst="rect">
            <a:avLst/>
          </a:prstGeom>
          <a:noFill/>
          <a:ln/>
        </p:spPr>
        <p:txBody>
          <a:bodyPr wrap="none" rtlCol="0" anchor="t"/>
          <a:lstStyle/>
          <a:p>
            <a:pPr marL="0" indent="0" algn="l">
              <a:lnSpc>
                <a:spcPts val="2238"/>
              </a:lnSpc>
              <a:buNone/>
            </a:pPr>
            <a:endParaRPr lang="en-US" sz="1791" dirty="0"/>
          </a:p>
        </p:txBody>
      </p:sp>
      <p:sp>
        <p:nvSpPr>
          <p:cNvPr id="11" name="Text 7"/>
          <p:cNvSpPr/>
          <p:nvPr/>
        </p:nvSpPr>
        <p:spPr>
          <a:xfrm>
            <a:off x="3469838" y="4079915"/>
            <a:ext cx="8813959" cy="276582"/>
          </a:xfrm>
          <a:prstGeom prst="rect">
            <a:avLst/>
          </a:prstGeom>
          <a:noFill/>
          <a:ln/>
        </p:spPr>
        <p:txBody>
          <a:bodyPr wrap="none" rtlCol="0" anchor="t"/>
          <a:lstStyle/>
          <a:p>
            <a:pPr marL="0" indent="0" algn="l">
              <a:lnSpc>
                <a:spcPts val="2177"/>
              </a:lnSpc>
              <a:buNone/>
            </a:pPr>
            <a:endParaRPr lang="en-US" sz="1361" dirty="0"/>
          </a:p>
        </p:txBody>
      </p:sp>
      <p:sp>
        <p:nvSpPr>
          <p:cNvPr id="13" name="Text 8"/>
          <p:cNvSpPr/>
          <p:nvPr/>
        </p:nvSpPr>
        <p:spPr>
          <a:xfrm>
            <a:off x="3469838" y="5074682"/>
            <a:ext cx="2273856" cy="284202"/>
          </a:xfrm>
          <a:prstGeom prst="rect">
            <a:avLst/>
          </a:prstGeom>
          <a:noFill/>
          <a:ln/>
        </p:spPr>
        <p:txBody>
          <a:bodyPr wrap="none" rtlCol="0" anchor="t"/>
          <a:lstStyle/>
          <a:p>
            <a:pPr marL="0" indent="0" algn="l">
              <a:lnSpc>
                <a:spcPts val="2238"/>
              </a:lnSpc>
              <a:buNone/>
            </a:pPr>
            <a:endParaRPr lang="en-US" sz="1791" dirty="0"/>
          </a:p>
        </p:txBody>
      </p:sp>
      <p:sp>
        <p:nvSpPr>
          <p:cNvPr id="14" name="Text 9"/>
          <p:cNvSpPr/>
          <p:nvPr/>
        </p:nvSpPr>
        <p:spPr>
          <a:xfrm>
            <a:off x="3469838" y="5462468"/>
            <a:ext cx="8813959" cy="276582"/>
          </a:xfrm>
          <a:prstGeom prst="rect">
            <a:avLst/>
          </a:prstGeom>
          <a:noFill/>
          <a:ln/>
        </p:spPr>
        <p:txBody>
          <a:bodyPr wrap="none" rtlCol="0" anchor="t"/>
          <a:lstStyle/>
          <a:p>
            <a:pPr marL="0" indent="0" algn="l">
              <a:lnSpc>
                <a:spcPts val="2177"/>
              </a:lnSpc>
              <a:buNone/>
            </a:pPr>
            <a:endParaRPr lang="en-US" sz="1361" dirty="0"/>
          </a:p>
        </p:txBody>
      </p:sp>
      <p:sp>
        <p:nvSpPr>
          <p:cNvPr id="16" name="Text 10"/>
          <p:cNvSpPr/>
          <p:nvPr/>
        </p:nvSpPr>
        <p:spPr>
          <a:xfrm>
            <a:off x="3469838" y="6457236"/>
            <a:ext cx="2273856" cy="284202"/>
          </a:xfrm>
          <a:prstGeom prst="rect">
            <a:avLst/>
          </a:prstGeom>
          <a:noFill/>
          <a:ln/>
        </p:spPr>
        <p:txBody>
          <a:bodyPr wrap="none" rtlCol="0" anchor="t"/>
          <a:lstStyle/>
          <a:p>
            <a:pPr marL="0" indent="0" algn="l">
              <a:lnSpc>
                <a:spcPts val="2238"/>
              </a:lnSpc>
              <a:buNone/>
            </a:pPr>
            <a:endParaRPr lang="en-US" sz="1791" dirty="0"/>
          </a:p>
        </p:txBody>
      </p:sp>
      <p:sp>
        <p:nvSpPr>
          <p:cNvPr id="19" name="Text 12"/>
          <p:cNvSpPr/>
          <p:nvPr/>
        </p:nvSpPr>
        <p:spPr>
          <a:xfrm>
            <a:off x="3469838" y="7839789"/>
            <a:ext cx="2273856" cy="284202"/>
          </a:xfrm>
          <a:prstGeom prst="rect">
            <a:avLst/>
          </a:prstGeom>
          <a:noFill/>
          <a:ln/>
        </p:spPr>
        <p:txBody>
          <a:bodyPr wrap="none" rtlCol="0" anchor="t"/>
          <a:lstStyle/>
          <a:p>
            <a:pPr marL="0" indent="0" algn="l">
              <a:lnSpc>
                <a:spcPts val="2238"/>
              </a:lnSpc>
              <a:buNone/>
            </a:pPr>
            <a:endParaRPr lang="en-US" sz="1791" dirty="0"/>
          </a:p>
        </p:txBody>
      </p:sp>
      <p:sp>
        <p:nvSpPr>
          <p:cNvPr id="20" name="Text 13"/>
          <p:cNvSpPr/>
          <p:nvPr/>
        </p:nvSpPr>
        <p:spPr>
          <a:xfrm>
            <a:off x="3469838" y="8155913"/>
            <a:ext cx="8813959" cy="276582"/>
          </a:xfrm>
          <a:prstGeom prst="rect">
            <a:avLst/>
          </a:prstGeom>
          <a:noFill/>
          <a:ln/>
        </p:spPr>
        <p:txBody>
          <a:bodyPr wrap="none" rtlCol="0" anchor="t"/>
          <a:lstStyle/>
          <a:p>
            <a:pPr marL="0" indent="0" algn="l">
              <a:lnSpc>
                <a:spcPts val="2177"/>
              </a:lnSpc>
              <a:buNone/>
            </a:pPr>
            <a:endParaRPr lang="en-US" sz="1361" dirty="0"/>
          </a:p>
        </p:txBody>
      </p:sp>
      <p:graphicFrame>
        <p:nvGraphicFramePr>
          <p:cNvPr id="23" name="Diagram 22">
            <a:extLst>
              <a:ext uri="{FF2B5EF4-FFF2-40B4-BE49-F238E27FC236}">
                <a16:creationId xmlns:a16="http://schemas.microsoft.com/office/drawing/2014/main" id="{925A0088-879F-F364-952C-094B8B039A65}"/>
              </a:ext>
            </a:extLst>
          </p:cNvPr>
          <p:cNvGraphicFramePr/>
          <p:nvPr>
            <p:extLst>
              <p:ext uri="{D42A27DB-BD31-4B8C-83A1-F6EECF244321}">
                <p14:modId xmlns:p14="http://schemas.microsoft.com/office/powerpoint/2010/main" val="1045410448"/>
              </p:ext>
            </p:extLst>
          </p:nvPr>
        </p:nvGraphicFramePr>
        <p:xfrm>
          <a:off x="2002851" y="3625058"/>
          <a:ext cx="9554115" cy="5465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4" name="TextBox 23">
            <a:extLst>
              <a:ext uri="{FF2B5EF4-FFF2-40B4-BE49-F238E27FC236}">
                <a16:creationId xmlns:a16="http://schemas.microsoft.com/office/drawing/2014/main" id="{A2CC47C4-5377-864A-882B-B23F8CA3CE24}"/>
              </a:ext>
            </a:extLst>
          </p:cNvPr>
          <p:cNvSpPr txBox="1"/>
          <p:nvPr/>
        </p:nvSpPr>
        <p:spPr>
          <a:xfrm>
            <a:off x="4923949" y="4258270"/>
            <a:ext cx="1266092" cy="4524315"/>
          </a:xfrm>
          <a:prstGeom prst="rect">
            <a:avLst/>
          </a:prstGeom>
          <a:noFill/>
        </p:spPr>
        <p:txBody>
          <a:bodyPr wrap="square" rtlCol="0">
            <a:spAutoFit/>
          </a:bodyPr>
          <a:lstStyle/>
          <a:p>
            <a:r>
              <a:rPr lang="en-US" sz="9600" dirty="0"/>
              <a:t>R</a:t>
            </a:r>
          </a:p>
          <a:p>
            <a:r>
              <a:rPr lang="en-US" sz="9600" dirty="0"/>
              <a:t>C</a:t>
            </a:r>
          </a:p>
          <a:p>
            <a:r>
              <a:rPr lang="en-US" sz="9600" dirty="0"/>
              <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dirty="0"/>
          </a:p>
        </p:txBody>
      </p:sp>
      <p:sp>
        <p:nvSpPr>
          <p:cNvPr id="4" name="Text 2"/>
          <p:cNvSpPr/>
          <p:nvPr/>
        </p:nvSpPr>
        <p:spPr>
          <a:xfrm>
            <a:off x="1606524" y="1351994"/>
            <a:ext cx="5320546" cy="568523"/>
          </a:xfrm>
          <a:prstGeom prst="rect">
            <a:avLst/>
          </a:prstGeom>
          <a:noFill/>
          <a:ln/>
        </p:spPr>
        <p:txBody>
          <a:bodyPr wrap="none" rtlCol="0" anchor="t"/>
          <a:lstStyle/>
          <a:p>
            <a:pPr marL="0" indent="0">
              <a:lnSpc>
                <a:spcPts val="4476"/>
              </a:lnSpc>
              <a:buNone/>
            </a:pPr>
            <a:r>
              <a:rPr lang="en-US" sz="3581" b="1" dirty="0">
                <a:solidFill>
                  <a:srgbClr val="9998FF"/>
                </a:solidFill>
                <a:latin typeface="Barlow" pitchFamily="34" charset="0"/>
                <a:ea typeface="Barlow" pitchFamily="34" charset="-122"/>
                <a:cs typeface="Barlow" pitchFamily="34" charset="-120"/>
              </a:rPr>
              <a:t>Best Practices for root cause analysis:</a:t>
            </a:r>
            <a:endParaRPr lang="en-US" sz="3581" dirty="0"/>
          </a:p>
        </p:txBody>
      </p:sp>
      <p:sp>
        <p:nvSpPr>
          <p:cNvPr id="5" name="Text 3"/>
          <p:cNvSpPr/>
          <p:nvPr/>
        </p:nvSpPr>
        <p:spPr>
          <a:xfrm>
            <a:off x="2346603" y="1389340"/>
            <a:ext cx="9937194" cy="553164"/>
          </a:xfrm>
          <a:prstGeom prst="rect">
            <a:avLst/>
          </a:prstGeom>
          <a:noFill/>
          <a:ln/>
        </p:spPr>
        <p:txBody>
          <a:bodyPr wrap="square" rtlCol="0" anchor="t"/>
          <a:lstStyle/>
          <a:p>
            <a:pPr marL="0" indent="0">
              <a:lnSpc>
                <a:spcPts val="2177"/>
              </a:lnSpc>
              <a:buNone/>
            </a:pPr>
            <a:endParaRPr lang="en-US" sz="1361" dirty="0"/>
          </a:p>
        </p:txBody>
      </p:sp>
      <p:sp>
        <p:nvSpPr>
          <p:cNvPr id="7" name="Text 4"/>
          <p:cNvSpPr/>
          <p:nvPr/>
        </p:nvSpPr>
        <p:spPr>
          <a:xfrm>
            <a:off x="3469838" y="2309574"/>
            <a:ext cx="2273856" cy="284202"/>
          </a:xfrm>
          <a:prstGeom prst="rect">
            <a:avLst/>
          </a:prstGeom>
          <a:noFill/>
          <a:ln/>
        </p:spPr>
        <p:txBody>
          <a:bodyPr wrap="none" rtlCol="0" anchor="t"/>
          <a:lstStyle/>
          <a:p>
            <a:pPr marL="0" indent="0" algn="l">
              <a:lnSpc>
                <a:spcPts val="2238"/>
              </a:lnSpc>
              <a:buNone/>
            </a:pPr>
            <a:endParaRPr lang="en-US" sz="1791" dirty="0"/>
          </a:p>
        </p:txBody>
      </p:sp>
      <p:sp>
        <p:nvSpPr>
          <p:cNvPr id="8" name="Text 5"/>
          <p:cNvSpPr/>
          <p:nvPr/>
        </p:nvSpPr>
        <p:spPr>
          <a:xfrm>
            <a:off x="3469838" y="2697361"/>
            <a:ext cx="8813959" cy="276582"/>
          </a:xfrm>
          <a:prstGeom prst="rect">
            <a:avLst/>
          </a:prstGeom>
          <a:noFill/>
          <a:ln/>
        </p:spPr>
        <p:txBody>
          <a:bodyPr wrap="none" rtlCol="0" anchor="t"/>
          <a:lstStyle/>
          <a:p>
            <a:pPr marL="0" indent="0" algn="l">
              <a:lnSpc>
                <a:spcPts val="2177"/>
              </a:lnSpc>
              <a:buNone/>
            </a:pPr>
            <a:endParaRPr lang="en-US" sz="1361" dirty="0"/>
          </a:p>
        </p:txBody>
      </p:sp>
      <p:sp>
        <p:nvSpPr>
          <p:cNvPr id="10" name="Text 6"/>
          <p:cNvSpPr/>
          <p:nvPr/>
        </p:nvSpPr>
        <p:spPr>
          <a:xfrm>
            <a:off x="3469838" y="3692128"/>
            <a:ext cx="2273856" cy="284202"/>
          </a:xfrm>
          <a:prstGeom prst="rect">
            <a:avLst/>
          </a:prstGeom>
          <a:noFill/>
          <a:ln/>
        </p:spPr>
        <p:txBody>
          <a:bodyPr wrap="none" rtlCol="0" anchor="t"/>
          <a:lstStyle/>
          <a:p>
            <a:pPr marL="0" indent="0" algn="l">
              <a:lnSpc>
                <a:spcPts val="2238"/>
              </a:lnSpc>
              <a:buNone/>
            </a:pPr>
            <a:endParaRPr lang="en-US" sz="1791" dirty="0"/>
          </a:p>
        </p:txBody>
      </p:sp>
      <p:sp>
        <p:nvSpPr>
          <p:cNvPr id="11" name="Text 7"/>
          <p:cNvSpPr/>
          <p:nvPr/>
        </p:nvSpPr>
        <p:spPr>
          <a:xfrm>
            <a:off x="3469838" y="4079915"/>
            <a:ext cx="8813959" cy="276582"/>
          </a:xfrm>
          <a:prstGeom prst="rect">
            <a:avLst/>
          </a:prstGeom>
          <a:noFill/>
          <a:ln/>
        </p:spPr>
        <p:txBody>
          <a:bodyPr wrap="none" rtlCol="0" anchor="t"/>
          <a:lstStyle/>
          <a:p>
            <a:pPr marL="0" indent="0" algn="l">
              <a:lnSpc>
                <a:spcPts val="2177"/>
              </a:lnSpc>
              <a:buNone/>
            </a:pPr>
            <a:endParaRPr lang="en-US" sz="1361" dirty="0"/>
          </a:p>
        </p:txBody>
      </p:sp>
      <p:sp>
        <p:nvSpPr>
          <p:cNvPr id="13" name="Text 8"/>
          <p:cNvSpPr/>
          <p:nvPr/>
        </p:nvSpPr>
        <p:spPr>
          <a:xfrm>
            <a:off x="3469838" y="5074682"/>
            <a:ext cx="2273856" cy="284202"/>
          </a:xfrm>
          <a:prstGeom prst="rect">
            <a:avLst/>
          </a:prstGeom>
          <a:noFill/>
          <a:ln/>
        </p:spPr>
        <p:txBody>
          <a:bodyPr wrap="none" rtlCol="0" anchor="t"/>
          <a:lstStyle/>
          <a:p>
            <a:pPr marL="0" indent="0" algn="l">
              <a:lnSpc>
                <a:spcPts val="2238"/>
              </a:lnSpc>
              <a:buNone/>
            </a:pPr>
            <a:endParaRPr lang="en-US" sz="1791" dirty="0"/>
          </a:p>
        </p:txBody>
      </p:sp>
      <p:sp>
        <p:nvSpPr>
          <p:cNvPr id="14" name="Text 9"/>
          <p:cNvSpPr/>
          <p:nvPr/>
        </p:nvSpPr>
        <p:spPr>
          <a:xfrm>
            <a:off x="3469838" y="5462468"/>
            <a:ext cx="8813959" cy="276582"/>
          </a:xfrm>
          <a:prstGeom prst="rect">
            <a:avLst/>
          </a:prstGeom>
          <a:noFill/>
          <a:ln/>
        </p:spPr>
        <p:txBody>
          <a:bodyPr wrap="none" rtlCol="0" anchor="t"/>
          <a:lstStyle/>
          <a:p>
            <a:pPr marL="0" indent="0" algn="l">
              <a:lnSpc>
                <a:spcPts val="2177"/>
              </a:lnSpc>
              <a:buNone/>
            </a:pPr>
            <a:endParaRPr lang="en-US" sz="1361" dirty="0"/>
          </a:p>
        </p:txBody>
      </p:sp>
      <p:sp>
        <p:nvSpPr>
          <p:cNvPr id="16" name="Text 10"/>
          <p:cNvSpPr/>
          <p:nvPr/>
        </p:nvSpPr>
        <p:spPr>
          <a:xfrm>
            <a:off x="3469838" y="6457236"/>
            <a:ext cx="2273856" cy="284202"/>
          </a:xfrm>
          <a:prstGeom prst="rect">
            <a:avLst/>
          </a:prstGeom>
          <a:noFill/>
          <a:ln/>
        </p:spPr>
        <p:txBody>
          <a:bodyPr wrap="none" rtlCol="0" anchor="t"/>
          <a:lstStyle/>
          <a:p>
            <a:pPr marL="0" indent="0" algn="l">
              <a:lnSpc>
                <a:spcPts val="2238"/>
              </a:lnSpc>
              <a:buNone/>
            </a:pPr>
            <a:endParaRPr lang="en-US" sz="1791" dirty="0"/>
          </a:p>
        </p:txBody>
      </p:sp>
      <p:sp>
        <p:nvSpPr>
          <p:cNvPr id="19" name="Text 12"/>
          <p:cNvSpPr/>
          <p:nvPr/>
        </p:nvSpPr>
        <p:spPr>
          <a:xfrm>
            <a:off x="3469838" y="7839789"/>
            <a:ext cx="2273856" cy="284202"/>
          </a:xfrm>
          <a:prstGeom prst="rect">
            <a:avLst/>
          </a:prstGeom>
          <a:noFill/>
          <a:ln/>
        </p:spPr>
        <p:txBody>
          <a:bodyPr wrap="none" rtlCol="0" anchor="t"/>
          <a:lstStyle/>
          <a:p>
            <a:pPr marL="0" indent="0" algn="l">
              <a:lnSpc>
                <a:spcPts val="2238"/>
              </a:lnSpc>
              <a:buNone/>
            </a:pPr>
            <a:endParaRPr lang="en-US" sz="1791" dirty="0"/>
          </a:p>
        </p:txBody>
      </p:sp>
      <p:sp>
        <p:nvSpPr>
          <p:cNvPr id="20" name="Text 13"/>
          <p:cNvSpPr/>
          <p:nvPr/>
        </p:nvSpPr>
        <p:spPr>
          <a:xfrm>
            <a:off x="3469838" y="8155913"/>
            <a:ext cx="8813959" cy="276582"/>
          </a:xfrm>
          <a:prstGeom prst="rect">
            <a:avLst/>
          </a:prstGeom>
          <a:noFill/>
          <a:ln/>
        </p:spPr>
        <p:txBody>
          <a:bodyPr wrap="none" rtlCol="0" anchor="t"/>
          <a:lstStyle/>
          <a:p>
            <a:pPr marL="0" indent="0" algn="l">
              <a:lnSpc>
                <a:spcPts val="2177"/>
              </a:lnSpc>
              <a:buNone/>
            </a:pPr>
            <a:endParaRPr lang="en-US" sz="1361" dirty="0"/>
          </a:p>
        </p:txBody>
      </p:sp>
      <p:sp>
        <p:nvSpPr>
          <p:cNvPr id="15" name="Rectangle 2">
            <a:extLst>
              <a:ext uri="{FF2B5EF4-FFF2-40B4-BE49-F238E27FC236}">
                <a16:creationId xmlns:a16="http://schemas.microsoft.com/office/drawing/2014/main" id="{EA56CC61-34D2-5916-3D50-9249E2836857}"/>
              </a:ext>
            </a:extLst>
          </p:cNvPr>
          <p:cNvSpPr>
            <a:spLocks noChangeArrowheads="1"/>
          </p:cNvSpPr>
          <p:nvPr/>
        </p:nvSpPr>
        <p:spPr bwMode="auto">
          <a:xfrm>
            <a:off x="1479094" y="2803368"/>
            <a:ext cx="10630843"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1" i="0" u="none" strike="noStrike" cap="none" normalizeH="0" baseline="0" dirty="0">
                <a:ln>
                  <a:noFill/>
                </a:ln>
                <a:solidFill>
                  <a:schemeClr val="bg1"/>
                </a:solidFill>
                <a:effectLst/>
                <a:latin typeface="Arial" panose="020B0604020202020204" pitchFamily="34" charset="0"/>
              </a:rPr>
              <a:t>Best Practice 1</a:t>
            </a:r>
            <a:r>
              <a:rPr kumimoji="0" lang="en-US" altLang="en-US" sz="4000" b="0" i="0" u="none" strike="noStrike" cap="none" normalizeH="0" baseline="0" dirty="0">
                <a:ln>
                  <a:noFill/>
                </a:ln>
                <a:solidFill>
                  <a:schemeClr val="bg1"/>
                </a:solidFill>
                <a:effectLst/>
                <a:latin typeface="Arial" panose="020B0604020202020204" pitchFamily="34" charset="0"/>
              </a:rPr>
              <a:t>: Use Data-Driven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1" i="0" u="none" strike="noStrike" cap="none" normalizeH="0" baseline="0" dirty="0">
                <a:ln>
                  <a:noFill/>
                </a:ln>
                <a:solidFill>
                  <a:schemeClr val="bg1"/>
                </a:solidFill>
                <a:effectLst/>
                <a:latin typeface="Arial" panose="020B0604020202020204" pitchFamily="34" charset="0"/>
              </a:rPr>
              <a:t>Best Practice 2</a:t>
            </a:r>
            <a:r>
              <a:rPr kumimoji="0" lang="en-US" altLang="en-US" sz="4000" b="0" i="0" u="none" strike="noStrike" cap="none" normalizeH="0" baseline="0" dirty="0">
                <a:ln>
                  <a:noFill/>
                </a:ln>
                <a:solidFill>
                  <a:schemeClr val="bg1"/>
                </a:solidFill>
                <a:effectLst/>
                <a:latin typeface="Arial" panose="020B0604020202020204" pitchFamily="34" charset="0"/>
              </a:rPr>
              <a:t>: Involve All Stakeholders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1" i="0" u="none" strike="noStrike" cap="none" normalizeH="0" baseline="0" dirty="0">
                <a:ln>
                  <a:noFill/>
                </a:ln>
                <a:solidFill>
                  <a:schemeClr val="bg1"/>
                </a:solidFill>
                <a:effectLst/>
                <a:latin typeface="Arial" panose="020B0604020202020204" pitchFamily="34" charset="0"/>
              </a:rPr>
              <a:t>Best Practice 3</a:t>
            </a:r>
            <a:r>
              <a:rPr kumimoji="0" lang="en-US" altLang="en-US" sz="4000" b="0" i="0" u="none" strike="noStrike" cap="none" normalizeH="0" baseline="0" dirty="0">
                <a:ln>
                  <a:noFill/>
                </a:ln>
                <a:solidFill>
                  <a:schemeClr val="bg1"/>
                </a:solidFill>
                <a:effectLst/>
                <a:latin typeface="Arial" panose="020B0604020202020204" pitchFamily="34" charset="0"/>
              </a:rPr>
              <a:t>: Document Findings and Actions </a:t>
            </a:r>
          </a:p>
        </p:txBody>
      </p:sp>
    </p:spTree>
    <p:extLst>
      <p:ext uri="{BB962C8B-B14F-4D97-AF65-F5344CB8AC3E}">
        <p14:creationId xmlns:p14="http://schemas.microsoft.com/office/powerpoint/2010/main" val="2007172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a:p>
        </p:txBody>
      </p:sp>
      <p:sp>
        <p:nvSpPr>
          <p:cNvPr id="3" name="Shape 1"/>
          <p:cNvSpPr/>
          <p:nvPr/>
        </p:nvSpPr>
        <p:spPr>
          <a:xfrm>
            <a:off x="0" y="0"/>
            <a:ext cx="14630400" cy="8229600"/>
          </a:xfrm>
          <a:prstGeom prst="rect">
            <a:avLst/>
          </a:prstGeom>
          <a:solidFill>
            <a:srgbClr val="282C32"/>
          </a:solidFill>
          <a:ln/>
        </p:spPr>
        <p:txBody>
          <a:bodyPr/>
          <a:lstStyle/>
          <a:p>
            <a:endParaRPr lang="en-US"/>
          </a:p>
        </p:txBody>
      </p:sp>
      <p:sp>
        <p:nvSpPr>
          <p:cNvPr id="4" name="Text 2"/>
          <p:cNvSpPr/>
          <p:nvPr/>
        </p:nvSpPr>
        <p:spPr>
          <a:xfrm>
            <a:off x="864037" y="713065"/>
            <a:ext cx="7511415" cy="812125"/>
          </a:xfrm>
          <a:prstGeom prst="rect">
            <a:avLst/>
          </a:prstGeom>
          <a:noFill/>
          <a:ln/>
        </p:spPr>
        <p:txBody>
          <a:bodyPr wrap="none" rtlCol="0" anchor="t"/>
          <a:lstStyle/>
          <a:p>
            <a:pPr marL="0" indent="0">
              <a:lnSpc>
                <a:spcPts val="6395"/>
              </a:lnSpc>
              <a:buNone/>
            </a:pPr>
            <a:r>
              <a:rPr lang="en-US" sz="5116" b="1" dirty="0">
                <a:solidFill>
                  <a:srgbClr val="9998FF"/>
                </a:solidFill>
                <a:latin typeface="Barlow" pitchFamily="34" charset="0"/>
                <a:ea typeface="Barlow" pitchFamily="34" charset="-122"/>
                <a:cs typeface="Barlow" pitchFamily="34" charset="-120"/>
              </a:rPr>
              <a:t>RCA Tools and Techniques</a:t>
            </a:r>
            <a:endParaRPr lang="en-US" sz="5116" dirty="0"/>
          </a:p>
        </p:txBody>
      </p:sp>
      <p:sp>
        <p:nvSpPr>
          <p:cNvPr id="5" name="Text 3"/>
          <p:cNvSpPr/>
          <p:nvPr/>
        </p:nvSpPr>
        <p:spPr>
          <a:xfrm>
            <a:off x="864037" y="1895475"/>
            <a:ext cx="12902327" cy="790099"/>
          </a:xfrm>
          <a:prstGeom prst="rect">
            <a:avLst/>
          </a:prstGeom>
          <a:noFill/>
          <a:ln/>
        </p:spPr>
        <p:txBody>
          <a:bodyPr wrap="square" rtlCol="0" anchor="t"/>
          <a:lstStyle/>
          <a:p>
            <a:pPr marL="0" indent="0">
              <a:lnSpc>
                <a:spcPts val="3110"/>
              </a:lnSpc>
              <a:buNone/>
            </a:pPr>
            <a:r>
              <a:rPr lang="en-US" sz="1944" dirty="0">
                <a:solidFill>
                  <a:srgbClr val="EEEFF5"/>
                </a:solidFill>
                <a:latin typeface="Montserrat" pitchFamily="34" charset="0"/>
                <a:ea typeface="Montserrat" pitchFamily="34" charset="-122"/>
                <a:cs typeface="Montserrat" pitchFamily="34" charset="-120"/>
              </a:rPr>
              <a:t>Various tools and techniques aid in root cause analysis. Examples include Fault Tree Analysis, 5 Whys, and Pareto Analysis.</a:t>
            </a:r>
            <a:endParaRPr lang="en-US" sz="1944" dirty="0"/>
          </a:p>
        </p:txBody>
      </p:sp>
      <p:pic>
        <p:nvPicPr>
          <p:cNvPr id="6" name="Image 0" descr="preencoded.png"/>
          <p:cNvPicPr>
            <a:picLocks noChangeAspect="1"/>
          </p:cNvPicPr>
          <p:nvPr/>
        </p:nvPicPr>
        <p:blipFill>
          <a:blip r:embed="rId3"/>
          <a:stretch>
            <a:fillRect/>
          </a:stretch>
        </p:blipFill>
        <p:spPr>
          <a:xfrm>
            <a:off x="864037" y="2963228"/>
            <a:ext cx="4053840" cy="2505432"/>
          </a:xfrm>
          <a:prstGeom prst="rect">
            <a:avLst/>
          </a:prstGeom>
        </p:spPr>
      </p:pic>
      <p:sp>
        <p:nvSpPr>
          <p:cNvPr id="7" name="Text 4"/>
          <p:cNvSpPr/>
          <p:nvPr/>
        </p:nvSpPr>
        <p:spPr>
          <a:xfrm>
            <a:off x="864037" y="5777270"/>
            <a:ext cx="3248501" cy="406003"/>
          </a:xfrm>
          <a:prstGeom prst="rect">
            <a:avLst/>
          </a:prstGeom>
          <a:noFill/>
          <a:ln/>
        </p:spPr>
        <p:txBody>
          <a:bodyPr wrap="none" rtlCol="0" anchor="t"/>
          <a:lstStyle/>
          <a:p>
            <a:pPr marL="0" indent="0" algn="l">
              <a:lnSpc>
                <a:spcPts val="3197"/>
              </a:lnSpc>
              <a:buNone/>
            </a:pPr>
            <a:r>
              <a:rPr lang="en-US" sz="2558" b="1" dirty="0">
                <a:solidFill>
                  <a:srgbClr val="EEEFF5"/>
                </a:solidFill>
                <a:latin typeface="Barlow" pitchFamily="34" charset="0"/>
                <a:ea typeface="Barlow" pitchFamily="34" charset="-122"/>
                <a:cs typeface="Barlow" pitchFamily="34" charset="-120"/>
              </a:rPr>
              <a:t>5 Whys:</a:t>
            </a:r>
            <a:endParaRPr lang="en-US" sz="2558" dirty="0"/>
          </a:p>
        </p:txBody>
      </p:sp>
      <p:sp>
        <p:nvSpPr>
          <p:cNvPr id="8" name="Text 5"/>
          <p:cNvSpPr/>
          <p:nvPr/>
        </p:nvSpPr>
        <p:spPr>
          <a:xfrm>
            <a:off x="864037" y="6331387"/>
            <a:ext cx="4053840" cy="1185148"/>
          </a:xfrm>
          <a:prstGeom prst="rect">
            <a:avLst/>
          </a:prstGeom>
          <a:noFill/>
          <a:ln/>
        </p:spPr>
        <p:txBody>
          <a:bodyPr wrap="square" rtlCol="0" anchor="t"/>
          <a:lstStyle/>
          <a:p>
            <a:pPr marL="0" indent="0" algn="l">
              <a:lnSpc>
                <a:spcPts val="3110"/>
              </a:lnSpc>
              <a:buNone/>
            </a:pPr>
            <a:r>
              <a:rPr lang="en-US" sz="2400" dirty="0">
                <a:solidFill>
                  <a:srgbClr val="EEEFF5"/>
                </a:solidFill>
                <a:latin typeface="Montserrat" pitchFamily="34" charset="0"/>
                <a:ea typeface="Montserrat" pitchFamily="34" charset="-122"/>
                <a:cs typeface="Montserrat" pitchFamily="34" charset="-120"/>
              </a:rPr>
              <a:t>Ask "why" five times to drill down to the root cause of a problem.</a:t>
            </a:r>
            <a:endParaRPr lang="en-US" sz="2400" dirty="0"/>
          </a:p>
        </p:txBody>
      </p:sp>
      <p:pic>
        <p:nvPicPr>
          <p:cNvPr id="9" name="Image 1" descr="preencoded.png"/>
          <p:cNvPicPr>
            <a:picLocks noChangeAspect="1"/>
          </p:cNvPicPr>
          <p:nvPr/>
        </p:nvPicPr>
        <p:blipFill>
          <a:blip r:embed="rId4"/>
          <a:stretch>
            <a:fillRect/>
          </a:stretch>
        </p:blipFill>
        <p:spPr>
          <a:xfrm>
            <a:off x="5288161" y="2963228"/>
            <a:ext cx="4053959" cy="2505432"/>
          </a:xfrm>
          <a:prstGeom prst="rect">
            <a:avLst/>
          </a:prstGeom>
        </p:spPr>
      </p:pic>
      <p:sp>
        <p:nvSpPr>
          <p:cNvPr id="10" name="Text 6"/>
          <p:cNvSpPr/>
          <p:nvPr/>
        </p:nvSpPr>
        <p:spPr>
          <a:xfrm>
            <a:off x="5288161" y="5777270"/>
            <a:ext cx="3248501" cy="406003"/>
          </a:xfrm>
          <a:prstGeom prst="rect">
            <a:avLst/>
          </a:prstGeom>
          <a:noFill/>
          <a:ln/>
        </p:spPr>
        <p:txBody>
          <a:bodyPr wrap="none" rtlCol="0" anchor="t"/>
          <a:lstStyle/>
          <a:p>
            <a:pPr marL="0" indent="0" algn="l">
              <a:lnSpc>
                <a:spcPts val="3197"/>
              </a:lnSpc>
              <a:buNone/>
            </a:pPr>
            <a:r>
              <a:rPr lang="en-US" sz="2558" b="1" dirty="0">
                <a:solidFill>
                  <a:srgbClr val="EEEFF5"/>
                </a:solidFill>
                <a:latin typeface="Barlow" pitchFamily="34" charset="0"/>
                <a:ea typeface="Barlow" pitchFamily="34" charset="-122"/>
                <a:cs typeface="Barlow" pitchFamily="34" charset="-120"/>
              </a:rPr>
              <a:t>Pareto Analysis:</a:t>
            </a:r>
            <a:endParaRPr lang="en-US" sz="2558" dirty="0"/>
          </a:p>
        </p:txBody>
      </p:sp>
      <p:sp>
        <p:nvSpPr>
          <p:cNvPr id="11" name="Text 7"/>
          <p:cNvSpPr/>
          <p:nvPr/>
        </p:nvSpPr>
        <p:spPr>
          <a:xfrm>
            <a:off x="5288161" y="6331387"/>
            <a:ext cx="4053959" cy="790099"/>
          </a:xfrm>
          <a:prstGeom prst="rect">
            <a:avLst/>
          </a:prstGeom>
          <a:noFill/>
          <a:ln/>
        </p:spPr>
        <p:txBody>
          <a:bodyPr wrap="square" rtlCol="0" anchor="t"/>
          <a:lstStyle/>
          <a:p>
            <a:pPr marL="0" indent="0" algn="l">
              <a:lnSpc>
                <a:spcPts val="3110"/>
              </a:lnSpc>
              <a:buNone/>
            </a:pPr>
            <a:r>
              <a:rPr lang="en-US" sz="2400" dirty="0">
                <a:solidFill>
                  <a:srgbClr val="EEEFF5"/>
                </a:solidFill>
                <a:latin typeface="Montserrat" pitchFamily="34" charset="0"/>
                <a:ea typeface="Montserrat" pitchFamily="34" charset="-122"/>
                <a:cs typeface="Montserrat" pitchFamily="34" charset="-120"/>
              </a:rPr>
              <a:t>Identify the most significant factors contributing to an issue.</a:t>
            </a:r>
            <a:endParaRPr lang="en-US" sz="2400" dirty="0"/>
          </a:p>
        </p:txBody>
      </p:sp>
      <p:pic>
        <p:nvPicPr>
          <p:cNvPr id="12" name="Image 2" descr="preencoded.png"/>
          <p:cNvPicPr>
            <a:picLocks noChangeAspect="1"/>
          </p:cNvPicPr>
          <p:nvPr/>
        </p:nvPicPr>
        <p:blipFill>
          <a:blip r:embed="rId5"/>
          <a:stretch>
            <a:fillRect/>
          </a:stretch>
        </p:blipFill>
        <p:spPr>
          <a:xfrm>
            <a:off x="9712404" y="2963228"/>
            <a:ext cx="4053959" cy="2505432"/>
          </a:xfrm>
          <a:prstGeom prst="rect">
            <a:avLst/>
          </a:prstGeom>
        </p:spPr>
      </p:pic>
      <p:sp>
        <p:nvSpPr>
          <p:cNvPr id="13" name="Text 8"/>
          <p:cNvSpPr/>
          <p:nvPr/>
        </p:nvSpPr>
        <p:spPr>
          <a:xfrm>
            <a:off x="9712404" y="5777270"/>
            <a:ext cx="3248501" cy="406003"/>
          </a:xfrm>
          <a:prstGeom prst="rect">
            <a:avLst/>
          </a:prstGeom>
          <a:noFill/>
          <a:ln/>
        </p:spPr>
        <p:txBody>
          <a:bodyPr wrap="none" rtlCol="0" anchor="t"/>
          <a:lstStyle/>
          <a:p>
            <a:pPr marL="0" indent="0" algn="l">
              <a:lnSpc>
                <a:spcPts val="3197"/>
              </a:lnSpc>
              <a:buNone/>
            </a:pPr>
            <a:r>
              <a:rPr lang="en-US" sz="2558" b="1" dirty="0">
                <a:solidFill>
                  <a:srgbClr val="EEEFF5"/>
                </a:solidFill>
                <a:latin typeface="Barlow" pitchFamily="34" charset="0"/>
                <a:ea typeface="Barlow" pitchFamily="34" charset="-122"/>
                <a:cs typeface="Barlow" pitchFamily="34" charset="-120"/>
              </a:rPr>
              <a:t>Fault Tree Analysis:</a:t>
            </a:r>
            <a:endParaRPr lang="en-US" sz="2558" dirty="0"/>
          </a:p>
        </p:txBody>
      </p:sp>
      <p:sp>
        <p:nvSpPr>
          <p:cNvPr id="14" name="Text 9"/>
          <p:cNvSpPr/>
          <p:nvPr/>
        </p:nvSpPr>
        <p:spPr>
          <a:xfrm>
            <a:off x="9712404" y="6331387"/>
            <a:ext cx="4053959" cy="1185148"/>
          </a:xfrm>
          <a:prstGeom prst="rect">
            <a:avLst/>
          </a:prstGeom>
          <a:noFill/>
          <a:ln/>
        </p:spPr>
        <p:txBody>
          <a:bodyPr wrap="square" rtlCol="0" anchor="t"/>
          <a:lstStyle/>
          <a:p>
            <a:pPr marL="0" indent="0" algn="l">
              <a:lnSpc>
                <a:spcPts val="3110"/>
              </a:lnSpc>
              <a:buNone/>
            </a:pPr>
            <a:r>
              <a:rPr lang="en-US" sz="2400" dirty="0">
                <a:solidFill>
                  <a:srgbClr val="EEEFF5"/>
                </a:solidFill>
                <a:latin typeface="Montserrat" pitchFamily="34" charset="0"/>
                <a:ea typeface="Montserrat" pitchFamily="34" charset="-122"/>
                <a:cs typeface="Montserrat" pitchFamily="34" charset="-120"/>
              </a:rPr>
              <a:t>Visual representation of potential failure paths leading to an incident.</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sz="2400"/>
          </a:p>
        </p:txBody>
      </p:sp>
      <p:sp>
        <p:nvSpPr>
          <p:cNvPr id="3" name="Shape 1"/>
          <p:cNvSpPr/>
          <p:nvPr/>
        </p:nvSpPr>
        <p:spPr>
          <a:xfrm>
            <a:off x="0" y="0"/>
            <a:ext cx="14630400" cy="8229600"/>
          </a:xfrm>
          <a:prstGeom prst="rect">
            <a:avLst/>
          </a:prstGeom>
          <a:solidFill>
            <a:srgbClr val="282C32"/>
          </a:solidFill>
          <a:ln/>
        </p:spPr>
        <p:txBody>
          <a:bodyPr/>
          <a:lstStyle/>
          <a:p>
            <a:endParaRPr lang="en-US" sz="2400"/>
          </a:p>
        </p:txBody>
      </p:sp>
      <p:sp>
        <p:nvSpPr>
          <p:cNvPr id="4" name="Text 2"/>
          <p:cNvSpPr/>
          <p:nvPr/>
        </p:nvSpPr>
        <p:spPr>
          <a:xfrm>
            <a:off x="864037" y="1041440"/>
            <a:ext cx="8289012" cy="812125"/>
          </a:xfrm>
          <a:prstGeom prst="rect">
            <a:avLst/>
          </a:prstGeom>
          <a:noFill/>
          <a:ln/>
        </p:spPr>
        <p:txBody>
          <a:bodyPr wrap="none" rtlCol="0" anchor="t"/>
          <a:lstStyle/>
          <a:p>
            <a:pPr marL="0" indent="0">
              <a:lnSpc>
                <a:spcPts val="6395"/>
              </a:lnSpc>
              <a:buNone/>
            </a:pPr>
            <a:r>
              <a:rPr lang="en-US" sz="3600" b="1" dirty="0">
                <a:solidFill>
                  <a:srgbClr val="9998FF"/>
                </a:solidFill>
                <a:latin typeface="Barlow" pitchFamily="34" charset="0"/>
                <a:ea typeface="Barlow" pitchFamily="34" charset="-122"/>
                <a:cs typeface="Barlow" pitchFamily="34" charset="-120"/>
              </a:rPr>
              <a:t>Summary and Best Practices</a:t>
            </a:r>
            <a:endParaRPr lang="en-US" sz="3600" dirty="0"/>
          </a:p>
        </p:txBody>
      </p:sp>
      <p:sp>
        <p:nvSpPr>
          <p:cNvPr id="5" name="Text 3"/>
          <p:cNvSpPr/>
          <p:nvPr/>
        </p:nvSpPr>
        <p:spPr>
          <a:xfrm>
            <a:off x="864037" y="2223849"/>
            <a:ext cx="12902327" cy="790099"/>
          </a:xfrm>
          <a:prstGeom prst="rect">
            <a:avLst/>
          </a:prstGeom>
          <a:noFill/>
          <a:ln/>
        </p:spPr>
        <p:txBody>
          <a:bodyPr wrap="square" rtlCol="0" anchor="t"/>
          <a:lstStyle/>
          <a:p>
            <a:pPr marL="0" indent="0">
              <a:lnSpc>
                <a:spcPts val="3110"/>
              </a:lnSpc>
              <a:buNone/>
            </a:pPr>
            <a:r>
              <a:rPr lang="en-US" sz="2400" dirty="0">
                <a:solidFill>
                  <a:srgbClr val="EEEFF5"/>
                </a:solidFill>
                <a:latin typeface="Montserrat" pitchFamily="34" charset="0"/>
                <a:ea typeface="Montserrat" pitchFamily="34" charset="-122"/>
                <a:cs typeface="Montserrat" pitchFamily="34" charset="-120"/>
              </a:rPr>
              <a:t>Thorough investigation and analysis are crucial in digital forensics and RCA. Best practices include using data-driven techniques, involving all stakeholders, and documenting findings and actions.</a:t>
            </a:r>
            <a:endParaRPr lang="en-US" sz="2400" dirty="0"/>
          </a:p>
        </p:txBody>
      </p:sp>
      <p:sp>
        <p:nvSpPr>
          <p:cNvPr id="6" name="Shape 4"/>
          <p:cNvSpPr/>
          <p:nvPr/>
        </p:nvSpPr>
        <p:spPr>
          <a:xfrm>
            <a:off x="864037" y="3569256"/>
            <a:ext cx="555427" cy="555427"/>
          </a:xfrm>
          <a:prstGeom prst="roundRect">
            <a:avLst>
              <a:gd name="adj" fmla="val 40005"/>
            </a:avLst>
          </a:prstGeom>
          <a:solidFill>
            <a:srgbClr val="282C32"/>
          </a:solidFill>
          <a:ln/>
        </p:spPr>
        <p:txBody>
          <a:bodyPr/>
          <a:lstStyle/>
          <a:p>
            <a:endParaRPr lang="en-US" sz="2400"/>
          </a:p>
        </p:txBody>
      </p:sp>
      <p:sp>
        <p:nvSpPr>
          <p:cNvPr id="7" name="Text 5"/>
          <p:cNvSpPr/>
          <p:nvPr/>
        </p:nvSpPr>
        <p:spPr>
          <a:xfrm>
            <a:off x="1072753" y="3652004"/>
            <a:ext cx="137993" cy="389811"/>
          </a:xfrm>
          <a:prstGeom prst="rect">
            <a:avLst/>
          </a:prstGeom>
          <a:noFill/>
          <a:ln/>
        </p:spPr>
        <p:txBody>
          <a:bodyPr wrap="none" rtlCol="0" anchor="t"/>
          <a:lstStyle/>
          <a:p>
            <a:pPr marL="0" indent="0" algn="ctr">
              <a:lnSpc>
                <a:spcPts val="3069"/>
              </a:lnSpc>
              <a:buNone/>
            </a:pPr>
            <a:r>
              <a:rPr lang="en-US" sz="2400" b="1" dirty="0">
                <a:solidFill>
                  <a:srgbClr val="EEEFF5"/>
                </a:solidFill>
                <a:latin typeface="Barlow" pitchFamily="34" charset="0"/>
                <a:ea typeface="Barlow" pitchFamily="34" charset="-122"/>
                <a:cs typeface="Barlow" pitchFamily="34" charset="-120"/>
              </a:rPr>
              <a:t>1</a:t>
            </a:r>
            <a:endParaRPr lang="en-US" sz="2400" dirty="0"/>
          </a:p>
        </p:txBody>
      </p:sp>
      <p:sp>
        <p:nvSpPr>
          <p:cNvPr id="8" name="Text 6"/>
          <p:cNvSpPr/>
          <p:nvPr/>
        </p:nvSpPr>
        <p:spPr>
          <a:xfrm>
            <a:off x="1666280" y="3569256"/>
            <a:ext cx="3248501" cy="406003"/>
          </a:xfrm>
          <a:prstGeom prst="rect">
            <a:avLst/>
          </a:prstGeom>
          <a:noFill/>
          <a:ln/>
        </p:spPr>
        <p:txBody>
          <a:bodyPr wrap="none" rtlCol="0" anchor="t"/>
          <a:lstStyle/>
          <a:p>
            <a:pPr marL="0" indent="0">
              <a:lnSpc>
                <a:spcPts val="3197"/>
              </a:lnSpc>
              <a:buNone/>
            </a:pPr>
            <a:r>
              <a:rPr lang="en-US" sz="2400" b="1" dirty="0">
                <a:solidFill>
                  <a:srgbClr val="EEEFF5"/>
                </a:solidFill>
                <a:latin typeface="Barlow" pitchFamily="34" charset="0"/>
                <a:ea typeface="Barlow" pitchFamily="34" charset="-122"/>
                <a:cs typeface="Barlow" pitchFamily="34" charset="-120"/>
              </a:rPr>
              <a:t>Data-Driven Approach</a:t>
            </a:r>
            <a:endParaRPr lang="en-US" sz="2400" dirty="0"/>
          </a:p>
        </p:txBody>
      </p:sp>
      <p:sp>
        <p:nvSpPr>
          <p:cNvPr id="9" name="Text 7"/>
          <p:cNvSpPr/>
          <p:nvPr/>
        </p:nvSpPr>
        <p:spPr>
          <a:xfrm>
            <a:off x="1666280" y="4123372"/>
            <a:ext cx="3333988" cy="1185148"/>
          </a:xfrm>
          <a:prstGeom prst="rect">
            <a:avLst/>
          </a:prstGeom>
          <a:noFill/>
          <a:ln/>
        </p:spPr>
        <p:txBody>
          <a:bodyPr wrap="square" rtlCol="0" anchor="t"/>
          <a:lstStyle/>
          <a:p>
            <a:pPr marL="0" indent="0">
              <a:lnSpc>
                <a:spcPts val="3110"/>
              </a:lnSpc>
              <a:buNone/>
            </a:pPr>
            <a:r>
              <a:rPr lang="en-US" sz="2400" dirty="0">
                <a:solidFill>
                  <a:srgbClr val="EEEFF5"/>
                </a:solidFill>
                <a:latin typeface="Montserrat" pitchFamily="34" charset="0"/>
                <a:ea typeface="Montserrat" pitchFamily="34" charset="-122"/>
                <a:cs typeface="Montserrat" pitchFamily="34" charset="-120"/>
              </a:rPr>
              <a:t>Base conclusions on empirical evidence and objective analysis.</a:t>
            </a:r>
            <a:endParaRPr lang="en-US" sz="2400" dirty="0"/>
          </a:p>
        </p:txBody>
      </p:sp>
      <p:sp>
        <p:nvSpPr>
          <p:cNvPr id="10" name="Shape 8"/>
          <p:cNvSpPr/>
          <p:nvPr/>
        </p:nvSpPr>
        <p:spPr>
          <a:xfrm>
            <a:off x="5247084" y="3569256"/>
            <a:ext cx="555427" cy="555427"/>
          </a:xfrm>
          <a:prstGeom prst="roundRect">
            <a:avLst>
              <a:gd name="adj" fmla="val 40005"/>
            </a:avLst>
          </a:prstGeom>
          <a:solidFill>
            <a:srgbClr val="282C32"/>
          </a:solidFill>
          <a:ln/>
        </p:spPr>
        <p:txBody>
          <a:bodyPr/>
          <a:lstStyle/>
          <a:p>
            <a:endParaRPr lang="en-US" sz="2400"/>
          </a:p>
        </p:txBody>
      </p:sp>
      <p:sp>
        <p:nvSpPr>
          <p:cNvPr id="11" name="Text 9"/>
          <p:cNvSpPr/>
          <p:nvPr/>
        </p:nvSpPr>
        <p:spPr>
          <a:xfrm>
            <a:off x="5415677" y="3652004"/>
            <a:ext cx="218242" cy="389811"/>
          </a:xfrm>
          <a:prstGeom prst="rect">
            <a:avLst/>
          </a:prstGeom>
          <a:noFill/>
          <a:ln/>
        </p:spPr>
        <p:txBody>
          <a:bodyPr wrap="none" rtlCol="0" anchor="t"/>
          <a:lstStyle/>
          <a:p>
            <a:pPr marL="0" indent="0" algn="ctr">
              <a:lnSpc>
                <a:spcPts val="3069"/>
              </a:lnSpc>
              <a:buNone/>
            </a:pPr>
            <a:r>
              <a:rPr lang="en-US" sz="2400" b="1" dirty="0">
                <a:solidFill>
                  <a:srgbClr val="EEEFF5"/>
                </a:solidFill>
                <a:latin typeface="Barlow" pitchFamily="34" charset="0"/>
                <a:ea typeface="Barlow" pitchFamily="34" charset="-122"/>
                <a:cs typeface="Barlow" pitchFamily="34" charset="-120"/>
              </a:rPr>
              <a:t>2</a:t>
            </a:r>
            <a:endParaRPr lang="en-US" sz="2400" dirty="0"/>
          </a:p>
        </p:txBody>
      </p:sp>
      <p:sp>
        <p:nvSpPr>
          <p:cNvPr id="12" name="Text 10"/>
          <p:cNvSpPr/>
          <p:nvPr/>
        </p:nvSpPr>
        <p:spPr>
          <a:xfrm>
            <a:off x="6049328" y="3569256"/>
            <a:ext cx="3333988" cy="812006"/>
          </a:xfrm>
          <a:prstGeom prst="rect">
            <a:avLst/>
          </a:prstGeom>
          <a:noFill/>
          <a:ln/>
        </p:spPr>
        <p:txBody>
          <a:bodyPr wrap="square" rtlCol="0" anchor="t"/>
          <a:lstStyle/>
          <a:p>
            <a:pPr marL="0" indent="0">
              <a:lnSpc>
                <a:spcPts val="3197"/>
              </a:lnSpc>
              <a:buNone/>
            </a:pPr>
            <a:r>
              <a:rPr lang="en-US" sz="2400" b="1" dirty="0">
                <a:solidFill>
                  <a:srgbClr val="EEEFF5"/>
                </a:solidFill>
                <a:latin typeface="Barlow" pitchFamily="34" charset="0"/>
                <a:ea typeface="Barlow" pitchFamily="34" charset="-122"/>
                <a:cs typeface="Barlow" pitchFamily="34" charset="-120"/>
              </a:rPr>
              <a:t>Stakeholder Involvement</a:t>
            </a:r>
            <a:endParaRPr lang="en-US" sz="2400" dirty="0"/>
          </a:p>
        </p:txBody>
      </p:sp>
      <p:sp>
        <p:nvSpPr>
          <p:cNvPr id="13" name="Text 11"/>
          <p:cNvSpPr/>
          <p:nvPr/>
        </p:nvSpPr>
        <p:spPr>
          <a:xfrm>
            <a:off x="6049328" y="4529376"/>
            <a:ext cx="3333988" cy="1185148"/>
          </a:xfrm>
          <a:prstGeom prst="rect">
            <a:avLst/>
          </a:prstGeom>
          <a:noFill/>
          <a:ln/>
        </p:spPr>
        <p:txBody>
          <a:bodyPr wrap="square" rtlCol="0" anchor="t"/>
          <a:lstStyle/>
          <a:p>
            <a:pPr marL="0" indent="0">
              <a:lnSpc>
                <a:spcPts val="3110"/>
              </a:lnSpc>
              <a:buNone/>
            </a:pPr>
            <a:r>
              <a:rPr lang="en-US" sz="2400" dirty="0">
                <a:solidFill>
                  <a:srgbClr val="EEEFF5"/>
                </a:solidFill>
                <a:latin typeface="Montserrat" pitchFamily="34" charset="0"/>
                <a:ea typeface="Montserrat" pitchFamily="34" charset="-122"/>
                <a:cs typeface="Montserrat" pitchFamily="34" charset="-120"/>
              </a:rPr>
              <a:t>Engage relevant parties to gain diverse perspectives and insights.</a:t>
            </a:r>
            <a:endParaRPr lang="en-US" sz="2400" dirty="0"/>
          </a:p>
        </p:txBody>
      </p:sp>
      <p:sp>
        <p:nvSpPr>
          <p:cNvPr id="14" name="Shape 12"/>
          <p:cNvSpPr/>
          <p:nvPr/>
        </p:nvSpPr>
        <p:spPr>
          <a:xfrm>
            <a:off x="9630132" y="3569256"/>
            <a:ext cx="555427" cy="555427"/>
          </a:xfrm>
          <a:prstGeom prst="roundRect">
            <a:avLst>
              <a:gd name="adj" fmla="val 40005"/>
            </a:avLst>
          </a:prstGeom>
          <a:solidFill>
            <a:srgbClr val="282C32"/>
          </a:solidFill>
          <a:ln/>
        </p:spPr>
        <p:txBody>
          <a:bodyPr/>
          <a:lstStyle/>
          <a:p>
            <a:endParaRPr lang="en-US" sz="2400"/>
          </a:p>
        </p:txBody>
      </p:sp>
      <p:sp>
        <p:nvSpPr>
          <p:cNvPr id="15" name="Text 13"/>
          <p:cNvSpPr/>
          <p:nvPr/>
        </p:nvSpPr>
        <p:spPr>
          <a:xfrm>
            <a:off x="9802535" y="3652004"/>
            <a:ext cx="210503" cy="389811"/>
          </a:xfrm>
          <a:prstGeom prst="rect">
            <a:avLst/>
          </a:prstGeom>
          <a:noFill/>
          <a:ln/>
        </p:spPr>
        <p:txBody>
          <a:bodyPr wrap="none" rtlCol="0" anchor="t"/>
          <a:lstStyle/>
          <a:p>
            <a:pPr marL="0" indent="0" algn="ctr">
              <a:lnSpc>
                <a:spcPts val="3069"/>
              </a:lnSpc>
              <a:buNone/>
            </a:pPr>
            <a:r>
              <a:rPr lang="en-US" sz="2400" b="1" dirty="0">
                <a:solidFill>
                  <a:srgbClr val="EEEFF5"/>
                </a:solidFill>
                <a:latin typeface="Barlow" pitchFamily="34" charset="0"/>
                <a:ea typeface="Barlow" pitchFamily="34" charset="-122"/>
                <a:cs typeface="Barlow" pitchFamily="34" charset="-120"/>
              </a:rPr>
              <a:t>3</a:t>
            </a:r>
            <a:endParaRPr lang="en-US" sz="2400" dirty="0"/>
          </a:p>
        </p:txBody>
      </p:sp>
      <p:sp>
        <p:nvSpPr>
          <p:cNvPr id="16" name="Text 14"/>
          <p:cNvSpPr/>
          <p:nvPr/>
        </p:nvSpPr>
        <p:spPr>
          <a:xfrm>
            <a:off x="10432375" y="3569256"/>
            <a:ext cx="3333988" cy="812006"/>
          </a:xfrm>
          <a:prstGeom prst="rect">
            <a:avLst/>
          </a:prstGeom>
          <a:noFill/>
          <a:ln/>
        </p:spPr>
        <p:txBody>
          <a:bodyPr wrap="square" rtlCol="0" anchor="t"/>
          <a:lstStyle/>
          <a:p>
            <a:pPr marL="0" indent="0">
              <a:lnSpc>
                <a:spcPts val="3197"/>
              </a:lnSpc>
              <a:buNone/>
            </a:pPr>
            <a:r>
              <a:rPr lang="en-US" sz="2400" b="1" dirty="0">
                <a:solidFill>
                  <a:srgbClr val="EEEFF5"/>
                </a:solidFill>
                <a:latin typeface="Barlow" pitchFamily="34" charset="0"/>
                <a:ea typeface="Barlow" pitchFamily="34" charset="-122"/>
                <a:cs typeface="Barlow" pitchFamily="34" charset="-120"/>
              </a:rPr>
              <a:t>Comprehensive Documentation</a:t>
            </a:r>
            <a:endParaRPr lang="en-US" sz="2400" dirty="0"/>
          </a:p>
        </p:txBody>
      </p:sp>
      <p:sp>
        <p:nvSpPr>
          <p:cNvPr id="17" name="Text 15"/>
          <p:cNvSpPr/>
          <p:nvPr/>
        </p:nvSpPr>
        <p:spPr>
          <a:xfrm>
            <a:off x="10432375" y="4529376"/>
            <a:ext cx="3333988" cy="1185148"/>
          </a:xfrm>
          <a:prstGeom prst="rect">
            <a:avLst/>
          </a:prstGeom>
          <a:noFill/>
          <a:ln/>
        </p:spPr>
        <p:txBody>
          <a:bodyPr wrap="square" rtlCol="0" anchor="t"/>
          <a:lstStyle/>
          <a:p>
            <a:pPr marL="0" indent="0">
              <a:lnSpc>
                <a:spcPts val="3110"/>
              </a:lnSpc>
              <a:buNone/>
            </a:pPr>
            <a:r>
              <a:rPr lang="en-US" sz="2400" dirty="0">
                <a:solidFill>
                  <a:srgbClr val="EEEFF5"/>
                </a:solidFill>
                <a:latin typeface="Montserrat" pitchFamily="34" charset="0"/>
                <a:ea typeface="Montserrat" pitchFamily="34" charset="-122"/>
                <a:cs typeface="Montserrat" pitchFamily="34" charset="-120"/>
              </a:rPr>
              <a:t>Maintain detailed records of all findings, actions, and recommendations.</a:t>
            </a:r>
            <a:endParaRPr lang="en-US" sz="2400" dirty="0"/>
          </a:p>
        </p:txBody>
      </p:sp>
      <p:sp>
        <p:nvSpPr>
          <p:cNvPr id="19" name="Text 17"/>
          <p:cNvSpPr/>
          <p:nvPr/>
        </p:nvSpPr>
        <p:spPr>
          <a:xfrm>
            <a:off x="1023818" y="6321743"/>
            <a:ext cx="235863" cy="389811"/>
          </a:xfrm>
          <a:prstGeom prst="rect">
            <a:avLst/>
          </a:prstGeom>
          <a:noFill/>
          <a:ln/>
        </p:spPr>
        <p:txBody>
          <a:bodyPr wrap="none" rtlCol="0" anchor="t"/>
          <a:lstStyle/>
          <a:p>
            <a:pPr marL="0" indent="0" algn="ctr">
              <a:lnSpc>
                <a:spcPts val="3069"/>
              </a:lnSpc>
              <a:buNone/>
            </a:pPr>
            <a:endParaRPr lang="en-US" sz="2400" dirty="0"/>
          </a:p>
        </p:txBody>
      </p:sp>
      <p:sp>
        <p:nvSpPr>
          <p:cNvPr id="20" name="Text 18"/>
          <p:cNvSpPr/>
          <p:nvPr/>
        </p:nvSpPr>
        <p:spPr>
          <a:xfrm>
            <a:off x="1666280" y="6238994"/>
            <a:ext cx="3619976" cy="406003"/>
          </a:xfrm>
          <a:prstGeom prst="rect">
            <a:avLst/>
          </a:prstGeom>
          <a:noFill/>
          <a:ln/>
        </p:spPr>
        <p:txBody>
          <a:bodyPr wrap="none" rtlCol="0" anchor="t"/>
          <a:lstStyle/>
          <a:p>
            <a:pPr marL="0" indent="0">
              <a:lnSpc>
                <a:spcPts val="3197"/>
              </a:lnSpc>
              <a:buNone/>
            </a:pPr>
            <a:endParaRPr lang="en-US" sz="2400" dirty="0"/>
          </a:p>
        </p:txBody>
      </p:sp>
      <p:sp>
        <p:nvSpPr>
          <p:cNvPr id="21" name="Text 19"/>
          <p:cNvSpPr/>
          <p:nvPr/>
        </p:nvSpPr>
        <p:spPr>
          <a:xfrm>
            <a:off x="1072753" y="7081316"/>
            <a:ext cx="12100084" cy="395049"/>
          </a:xfrm>
          <a:prstGeom prst="rect">
            <a:avLst/>
          </a:prstGeom>
          <a:noFill/>
          <a:ln/>
        </p:spPr>
        <p:txBody>
          <a:bodyPr wrap="none" rtlCol="0" anchor="t"/>
          <a:lstStyle/>
          <a:p>
            <a:pPr marL="0" indent="0">
              <a:lnSpc>
                <a:spcPts val="3110"/>
              </a:lnSpc>
              <a:buNone/>
            </a:pPr>
            <a:r>
              <a:rPr lang="en-US" sz="2400" dirty="0">
                <a:solidFill>
                  <a:srgbClr val="EEEFF5"/>
                </a:solidFill>
                <a:latin typeface="Montserrat" pitchFamily="34" charset="0"/>
                <a:ea typeface="Montserrat" pitchFamily="34" charset="-122"/>
                <a:cs typeface="Montserrat" pitchFamily="34" charset="-120"/>
              </a:rPr>
              <a:t>Lastly, Continuous improvement are necessary in this changing world of Cybersecurity.</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txBody>
          <a:bodyPr/>
          <a:lstStyle/>
          <a:p>
            <a:endParaRPr lang="en-US"/>
          </a:p>
        </p:txBody>
      </p:sp>
      <p:sp>
        <p:nvSpPr>
          <p:cNvPr id="3" name="Shape 1"/>
          <p:cNvSpPr/>
          <p:nvPr/>
        </p:nvSpPr>
        <p:spPr>
          <a:xfrm>
            <a:off x="0" y="0"/>
            <a:ext cx="14630400" cy="8229600"/>
          </a:xfrm>
          <a:prstGeom prst="rect">
            <a:avLst/>
          </a:prstGeom>
          <a:solidFill>
            <a:srgbClr val="282C32"/>
          </a:solidFill>
          <a:ln/>
        </p:spPr>
        <p:txBody>
          <a:bodyPr/>
          <a:lstStyle/>
          <a:p>
            <a:endParaRPr lang="en-US"/>
          </a:p>
        </p:txBody>
      </p:sp>
      <p:sp>
        <p:nvSpPr>
          <p:cNvPr id="4" name="Text 2"/>
          <p:cNvSpPr/>
          <p:nvPr/>
        </p:nvSpPr>
        <p:spPr>
          <a:xfrm>
            <a:off x="864037" y="1041440"/>
            <a:ext cx="8289012" cy="812125"/>
          </a:xfrm>
          <a:prstGeom prst="rect">
            <a:avLst/>
          </a:prstGeom>
          <a:noFill/>
          <a:ln/>
        </p:spPr>
        <p:txBody>
          <a:bodyPr wrap="none" rtlCol="0" anchor="t"/>
          <a:lstStyle/>
          <a:p>
            <a:pPr marL="0" indent="0">
              <a:lnSpc>
                <a:spcPts val="6395"/>
              </a:lnSpc>
              <a:buNone/>
            </a:pPr>
            <a:r>
              <a:rPr lang="en-US" sz="5116" b="1" dirty="0">
                <a:solidFill>
                  <a:srgbClr val="9998FF"/>
                </a:solidFill>
                <a:latin typeface="Barlow" pitchFamily="34" charset="0"/>
              </a:rPr>
              <a:t>References:</a:t>
            </a:r>
            <a:endParaRPr lang="en-US" sz="5116" dirty="0"/>
          </a:p>
        </p:txBody>
      </p:sp>
      <p:sp>
        <p:nvSpPr>
          <p:cNvPr id="5" name="Text 3"/>
          <p:cNvSpPr/>
          <p:nvPr/>
        </p:nvSpPr>
        <p:spPr>
          <a:xfrm>
            <a:off x="864037" y="2223849"/>
            <a:ext cx="12902327" cy="5829905"/>
          </a:xfrm>
          <a:prstGeom prst="rect">
            <a:avLst/>
          </a:prstGeom>
          <a:noFill/>
          <a:ln/>
        </p:spPr>
        <p:txBody>
          <a:bodyPr wrap="square" rtlCol="0" anchor="t"/>
          <a:lstStyle/>
          <a:p>
            <a:pPr>
              <a:buFont typeface="Arial" panose="020B0604020202020204" pitchFamily="34" charset="0"/>
              <a:buChar char="•"/>
            </a:pPr>
            <a:r>
              <a:rPr lang="en-US" sz="2400" dirty="0">
                <a:solidFill>
                  <a:schemeClr val="bg1"/>
                </a:solidFill>
              </a:rPr>
              <a:t>Brown, L. (2021). </a:t>
            </a:r>
            <a:r>
              <a:rPr lang="en-US" sz="2400" i="1" dirty="0">
                <a:solidFill>
                  <a:schemeClr val="bg1"/>
                </a:solidFill>
              </a:rPr>
              <a:t>Forensic Evidence Collection</a:t>
            </a:r>
            <a:r>
              <a:rPr lang="en-US" sz="2400" dirty="0">
                <a:solidFill>
                  <a:schemeClr val="bg1"/>
                </a:solidFill>
              </a:rPr>
              <a:t>. </a:t>
            </a:r>
            <a:r>
              <a:rPr lang="en-US" sz="2400" dirty="0" err="1">
                <a:solidFill>
                  <a:schemeClr val="bg1"/>
                </a:solidFill>
              </a:rPr>
              <a:t>DataSec</a:t>
            </a:r>
            <a:r>
              <a:rPr lang="en-US" sz="2400" dirty="0">
                <a:solidFill>
                  <a:schemeClr val="bg1"/>
                </a:solidFill>
              </a:rPr>
              <a:t> Books.</a:t>
            </a:r>
          </a:p>
          <a:p>
            <a:pPr>
              <a:buFont typeface="Arial" panose="020B0604020202020204" pitchFamily="34" charset="0"/>
              <a:buChar char="•"/>
            </a:pPr>
            <a:r>
              <a:rPr lang="en-US" sz="2400" dirty="0">
                <a:solidFill>
                  <a:schemeClr val="bg1"/>
                </a:solidFill>
              </a:rPr>
              <a:t>Clark, T. (2020). </a:t>
            </a:r>
            <a:r>
              <a:rPr lang="en-US" sz="2400" i="1" dirty="0">
                <a:solidFill>
                  <a:schemeClr val="bg1"/>
                </a:solidFill>
              </a:rPr>
              <a:t>Effective RCA Strategies</a:t>
            </a:r>
            <a:r>
              <a:rPr lang="en-US" sz="2400" dirty="0">
                <a:solidFill>
                  <a:schemeClr val="bg1"/>
                </a:solidFill>
              </a:rPr>
              <a:t>. Management Press.</a:t>
            </a:r>
          </a:p>
          <a:p>
            <a:pPr>
              <a:buFont typeface="Arial" panose="020B0604020202020204" pitchFamily="34" charset="0"/>
              <a:buChar char="•"/>
            </a:pPr>
            <a:r>
              <a:rPr lang="en-US" sz="2400" dirty="0">
                <a:solidFill>
                  <a:schemeClr val="bg1"/>
                </a:solidFill>
              </a:rPr>
              <a:t>Davis, R. (2020). </a:t>
            </a:r>
            <a:r>
              <a:rPr lang="en-US" sz="2400" i="1" dirty="0">
                <a:solidFill>
                  <a:schemeClr val="bg1"/>
                </a:solidFill>
              </a:rPr>
              <a:t>Analyzing Digital Evidence</a:t>
            </a:r>
            <a:r>
              <a:rPr lang="en-US" sz="2400" dirty="0">
                <a:solidFill>
                  <a:schemeClr val="bg1"/>
                </a:solidFill>
              </a:rPr>
              <a:t>. Forensic Press.</a:t>
            </a:r>
          </a:p>
          <a:p>
            <a:pPr>
              <a:buFont typeface="Arial" panose="020B0604020202020204" pitchFamily="34" charset="0"/>
              <a:buChar char="•"/>
            </a:pPr>
            <a:r>
              <a:rPr lang="en-US" sz="2400" dirty="0">
                <a:solidFill>
                  <a:schemeClr val="bg1"/>
                </a:solidFill>
              </a:rPr>
              <a:t>International Society of Six Sigma Professionals. (2020). </a:t>
            </a:r>
            <a:r>
              <a:rPr lang="en-US" sz="2400" i="1" dirty="0">
                <a:solidFill>
                  <a:schemeClr val="bg1"/>
                </a:solidFill>
              </a:rPr>
              <a:t>Root Cause Analysis</a:t>
            </a:r>
            <a:r>
              <a:rPr lang="en-US" sz="2400" dirty="0">
                <a:solidFill>
                  <a:schemeClr val="bg1"/>
                </a:solidFill>
              </a:rPr>
              <a:t>. Retrieved from 	</a:t>
            </a:r>
            <a:r>
              <a:rPr lang="en-US" sz="2400" dirty="0">
                <a:solidFill>
                  <a:schemeClr val="bg1"/>
                </a:solidFill>
                <a:hlinkClick r:id="rId3">
                  <a:extLst>
                    <a:ext uri="{A12FA001-AC4F-418D-AE19-62706E023703}">
                      <ahyp:hlinkClr xmlns:ahyp="http://schemas.microsoft.com/office/drawing/2018/hyperlinkcolor" val="tx"/>
                    </a:ext>
                  </a:extLst>
                </a:hlinkClick>
              </a:rPr>
              <a:t>https://www.sixsigmaprograms.org</a:t>
            </a:r>
            <a:endParaRPr lang="en-US" sz="2400" dirty="0">
              <a:solidFill>
                <a:schemeClr val="bg1"/>
              </a:solidFill>
            </a:endParaRPr>
          </a:p>
          <a:p>
            <a:pPr>
              <a:buFont typeface="Arial" panose="020B0604020202020204" pitchFamily="34" charset="0"/>
              <a:buChar char="•"/>
            </a:pPr>
            <a:r>
              <a:rPr lang="en-US" sz="2400" dirty="0" err="1">
                <a:solidFill>
                  <a:schemeClr val="bg1"/>
                </a:solidFill>
              </a:rPr>
              <a:t>Juran</a:t>
            </a:r>
            <a:r>
              <a:rPr lang="en-US" sz="2400" dirty="0">
                <a:solidFill>
                  <a:schemeClr val="bg1"/>
                </a:solidFill>
              </a:rPr>
              <a:t>, J. M., &amp; Godfrey, A. B. (2010). </a:t>
            </a:r>
            <a:r>
              <a:rPr lang="en-US" sz="2400" i="1" dirty="0" err="1">
                <a:solidFill>
                  <a:schemeClr val="bg1"/>
                </a:solidFill>
              </a:rPr>
              <a:t>Juran's</a:t>
            </a:r>
            <a:r>
              <a:rPr lang="en-US" sz="2400" i="1" dirty="0">
                <a:solidFill>
                  <a:schemeClr val="bg1"/>
                </a:solidFill>
              </a:rPr>
              <a:t> Quality Handbook: The Complete Guide to Performance 	Excellence</a:t>
            </a:r>
            <a:r>
              <a:rPr lang="en-US" sz="2400" dirty="0">
                <a:solidFill>
                  <a:schemeClr val="bg1"/>
                </a:solidFill>
              </a:rPr>
              <a:t>. McGraw-Hill Education.</a:t>
            </a:r>
          </a:p>
          <a:p>
            <a:pPr>
              <a:buFont typeface="Arial" panose="020B0604020202020204" pitchFamily="34" charset="0"/>
              <a:buChar char="•"/>
            </a:pPr>
            <a:r>
              <a:rPr lang="en-US" sz="2400" dirty="0">
                <a:solidFill>
                  <a:schemeClr val="bg1"/>
                </a:solidFill>
              </a:rPr>
              <a:t>Kennesaw State University. (2022). </a:t>
            </a:r>
            <a:r>
              <a:rPr lang="en-US" sz="2400" i="1" dirty="0">
                <a:solidFill>
                  <a:schemeClr val="bg1"/>
                </a:solidFill>
              </a:rPr>
              <a:t>Incident response and handling</a:t>
            </a:r>
            <a:r>
              <a:rPr lang="en-US" sz="2400" dirty="0">
                <a:solidFill>
                  <a:schemeClr val="bg1"/>
                </a:solidFill>
              </a:rPr>
              <a:t>. Retrieved from 	</a:t>
            </a:r>
            <a:r>
              <a:rPr lang="en-US" sz="2400" dirty="0">
                <a:solidFill>
                  <a:schemeClr val="bg1"/>
                </a:solidFill>
                <a:hlinkClick r:id="rId4">
                  <a:extLst>
                    <a:ext uri="{A12FA001-AC4F-418D-AE19-62706E023703}">
                      <ahyp:hlinkClr xmlns:ahyp="http://schemas.microsoft.com/office/drawing/2018/hyperlinkcolor" val="tx"/>
                    </a:ext>
                  </a:extLst>
                </a:hlinkClick>
              </a:rPr>
              <a:t>https://www.kennesaw.edu</a:t>
            </a:r>
            <a:endParaRPr lang="en-US" sz="2400" dirty="0">
              <a:solidFill>
                <a:schemeClr val="bg1"/>
              </a:solidFill>
            </a:endParaRPr>
          </a:p>
          <a:p>
            <a:pPr>
              <a:buFont typeface="Arial" panose="020B0604020202020204" pitchFamily="34" charset="0"/>
              <a:buChar char="•"/>
            </a:pPr>
            <a:r>
              <a:rPr lang="en-US" sz="2400" dirty="0">
                <a:solidFill>
                  <a:schemeClr val="bg1"/>
                </a:solidFill>
              </a:rPr>
              <a:t>Miller, S. (2022). </a:t>
            </a:r>
            <a:r>
              <a:rPr lang="en-US" sz="2400" i="1" dirty="0">
                <a:solidFill>
                  <a:schemeClr val="bg1"/>
                </a:solidFill>
              </a:rPr>
              <a:t>Digital Evidence Preservation</a:t>
            </a:r>
            <a:r>
              <a:rPr lang="en-US" sz="2400" dirty="0">
                <a:solidFill>
                  <a:schemeClr val="bg1"/>
                </a:solidFill>
              </a:rPr>
              <a:t>. </a:t>
            </a:r>
            <a:r>
              <a:rPr lang="en-US" sz="2400" dirty="0" err="1">
                <a:solidFill>
                  <a:schemeClr val="bg1"/>
                </a:solidFill>
              </a:rPr>
              <a:t>TechGuard</a:t>
            </a:r>
            <a:r>
              <a:rPr lang="en-US" sz="2400" dirty="0">
                <a:solidFill>
                  <a:schemeClr val="bg1"/>
                </a:solidFill>
              </a:rPr>
              <a:t> Publications.</a:t>
            </a:r>
          </a:p>
          <a:p>
            <a:pPr>
              <a:buFont typeface="Arial" panose="020B0604020202020204" pitchFamily="34" charset="0"/>
              <a:buChar char="•"/>
            </a:pPr>
            <a:r>
              <a:rPr lang="en-US" sz="2400" dirty="0">
                <a:solidFill>
                  <a:schemeClr val="bg1"/>
                </a:solidFill>
              </a:rPr>
              <a:t>SANS Institute. (2021). </a:t>
            </a:r>
            <a:r>
              <a:rPr lang="en-US" sz="2400" i="1" dirty="0">
                <a:solidFill>
                  <a:schemeClr val="bg1"/>
                </a:solidFill>
              </a:rPr>
              <a:t>Incident Response and Handling</a:t>
            </a:r>
            <a:r>
              <a:rPr lang="en-US" sz="2400" dirty="0">
                <a:solidFill>
                  <a:schemeClr val="bg1"/>
                </a:solidFill>
              </a:rPr>
              <a:t>. Retrieved from 	https://www.sans.org/incident-response</a:t>
            </a:r>
          </a:p>
          <a:p>
            <a:pPr>
              <a:buFont typeface="Arial" panose="020B0604020202020204" pitchFamily="34" charset="0"/>
              <a:buChar char="•"/>
            </a:pPr>
            <a:r>
              <a:rPr lang="en-US" sz="2400" dirty="0">
                <a:solidFill>
                  <a:schemeClr val="bg1"/>
                </a:solidFill>
              </a:rPr>
              <a:t>Taylor, E., &amp; Kim, J. (2019). </a:t>
            </a:r>
            <a:r>
              <a:rPr lang="en-US" sz="2400" i="1" dirty="0">
                <a:solidFill>
                  <a:schemeClr val="bg1"/>
                </a:solidFill>
              </a:rPr>
              <a:t>Best Practices in RCA</a:t>
            </a:r>
            <a:r>
              <a:rPr lang="en-US" sz="2400" dirty="0">
                <a:solidFill>
                  <a:schemeClr val="bg1"/>
                </a:solidFill>
              </a:rPr>
              <a:t>. Performance Publishers.</a:t>
            </a:r>
          </a:p>
          <a:p>
            <a:pPr>
              <a:buFont typeface="Arial" panose="020B0604020202020204" pitchFamily="34" charset="0"/>
              <a:buChar char="•"/>
            </a:pPr>
            <a:r>
              <a:rPr lang="en-US" sz="2400" dirty="0">
                <a:solidFill>
                  <a:schemeClr val="bg1"/>
                </a:solidFill>
              </a:rPr>
              <a:t>Williams, H. (2021). </a:t>
            </a:r>
            <a:r>
              <a:rPr lang="en-US" sz="2400" i="1" dirty="0">
                <a:solidFill>
                  <a:schemeClr val="bg1"/>
                </a:solidFill>
              </a:rPr>
              <a:t>Root Cause Analysis Techniques</a:t>
            </a:r>
            <a:r>
              <a:rPr lang="en-US" sz="2400" dirty="0">
                <a:solidFill>
                  <a:schemeClr val="bg1"/>
                </a:solidFill>
              </a:rPr>
              <a:t>. Business Insights.</a:t>
            </a:r>
          </a:p>
          <a:p>
            <a:pPr>
              <a:buFont typeface="Arial" panose="020B0604020202020204" pitchFamily="34" charset="0"/>
              <a:buChar char="•"/>
            </a:pPr>
            <a:r>
              <a:rPr lang="en-US" sz="2400" dirty="0">
                <a:solidFill>
                  <a:schemeClr val="bg1"/>
                </a:solidFill>
              </a:rPr>
              <a:t>Wright, J. (2018). </a:t>
            </a:r>
            <a:r>
              <a:rPr lang="en-US" sz="2400" i="1" dirty="0">
                <a:solidFill>
                  <a:schemeClr val="bg1"/>
                </a:solidFill>
              </a:rPr>
              <a:t>Legal Aspects of Digital Forensics</a:t>
            </a:r>
            <a:r>
              <a:rPr lang="en-US" sz="2400" dirty="0">
                <a:solidFill>
                  <a:schemeClr val="bg1"/>
                </a:solidFill>
              </a:rPr>
              <a:t>. </a:t>
            </a:r>
            <a:r>
              <a:rPr lang="en-US" sz="2400" dirty="0" err="1">
                <a:solidFill>
                  <a:schemeClr val="bg1"/>
                </a:solidFill>
              </a:rPr>
              <a:t>LawTech</a:t>
            </a:r>
            <a:r>
              <a:rPr lang="en-US" sz="2400" dirty="0">
                <a:solidFill>
                  <a:schemeClr val="bg1"/>
                </a:solidFill>
              </a:rPr>
              <a:t> Publishing.</a:t>
            </a:r>
          </a:p>
          <a:p>
            <a:pPr marL="0" indent="0">
              <a:lnSpc>
                <a:spcPts val="3110"/>
              </a:lnSpc>
              <a:buNone/>
            </a:pPr>
            <a:endParaRPr lang="en-US" sz="2400" dirty="0">
              <a:solidFill>
                <a:schemeClr val="bg1"/>
              </a:solidFill>
            </a:endParaRPr>
          </a:p>
        </p:txBody>
      </p:sp>
      <p:sp>
        <p:nvSpPr>
          <p:cNvPr id="8" name="Text 6"/>
          <p:cNvSpPr/>
          <p:nvPr/>
        </p:nvSpPr>
        <p:spPr>
          <a:xfrm>
            <a:off x="1666280" y="3569256"/>
            <a:ext cx="3248501" cy="406003"/>
          </a:xfrm>
          <a:prstGeom prst="rect">
            <a:avLst/>
          </a:prstGeom>
          <a:noFill/>
          <a:ln/>
        </p:spPr>
        <p:txBody>
          <a:bodyPr wrap="none" rtlCol="0" anchor="t"/>
          <a:lstStyle/>
          <a:p>
            <a:pPr marL="0" indent="0">
              <a:lnSpc>
                <a:spcPts val="3197"/>
              </a:lnSpc>
              <a:buNone/>
            </a:pPr>
            <a:endParaRPr lang="en-US" sz="2558" dirty="0"/>
          </a:p>
        </p:txBody>
      </p:sp>
      <p:sp>
        <p:nvSpPr>
          <p:cNvPr id="9" name="Text 7"/>
          <p:cNvSpPr/>
          <p:nvPr/>
        </p:nvSpPr>
        <p:spPr>
          <a:xfrm>
            <a:off x="1666280" y="4123372"/>
            <a:ext cx="3333988" cy="1185148"/>
          </a:xfrm>
          <a:prstGeom prst="rect">
            <a:avLst/>
          </a:prstGeom>
          <a:noFill/>
          <a:ln/>
        </p:spPr>
        <p:txBody>
          <a:bodyPr wrap="square" rtlCol="0" anchor="t"/>
          <a:lstStyle/>
          <a:p>
            <a:pPr marL="0" indent="0">
              <a:lnSpc>
                <a:spcPts val="3110"/>
              </a:lnSpc>
              <a:buNone/>
            </a:pPr>
            <a:endParaRPr lang="en-US" sz="1944" dirty="0"/>
          </a:p>
        </p:txBody>
      </p:sp>
      <p:sp>
        <p:nvSpPr>
          <p:cNvPr id="12" name="Text 10"/>
          <p:cNvSpPr/>
          <p:nvPr/>
        </p:nvSpPr>
        <p:spPr>
          <a:xfrm>
            <a:off x="6049328" y="3569256"/>
            <a:ext cx="3333988" cy="812006"/>
          </a:xfrm>
          <a:prstGeom prst="rect">
            <a:avLst/>
          </a:prstGeom>
          <a:noFill/>
          <a:ln/>
        </p:spPr>
        <p:txBody>
          <a:bodyPr wrap="square" rtlCol="0" anchor="t"/>
          <a:lstStyle/>
          <a:p>
            <a:pPr marL="0" indent="0">
              <a:lnSpc>
                <a:spcPts val="3197"/>
              </a:lnSpc>
              <a:buNone/>
            </a:pPr>
            <a:endParaRPr lang="en-US" sz="2558" dirty="0"/>
          </a:p>
        </p:txBody>
      </p:sp>
      <p:sp>
        <p:nvSpPr>
          <p:cNvPr id="13" name="Text 11"/>
          <p:cNvSpPr/>
          <p:nvPr/>
        </p:nvSpPr>
        <p:spPr>
          <a:xfrm>
            <a:off x="6049328" y="4529376"/>
            <a:ext cx="3333988" cy="1185148"/>
          </a:xfrm>
          <a:prstGeom prst="rect">
            <a:avLst/>
          </a:prstGeom>
          <a:noFill/>
          <a:ln/>
        </p:spPr>
        <p:txBody>
          <a:bodyPr wrap="square" rtlCol="0" anchor="t"/>
          <a:lstStyle/>
          <a:p>
            <a:pPr marL="0" indent="0">
              <a:lnSpc>
                <a:spcPts val="3110"/>
              </a:lnSpc>
              <a:buNone/>
            </a:pPr>
            <a:endParaRPr lang="en-US" sz="1944" dirty="0"/>
          </a:p>
        </p:txBody>
      </p:sp>
      <p:sp>
        <p:nvSpPr>
          <p:cNvPr id="16" name="Text 14"/>
          <p:cNvSpPr/>
          <p:nvPr/>
        </p:nvSpPr>
        <p:spPr>
          <a:xfrm>
            <a:off x="10432375" y="3569256"/>
            <a:ext cx="3333988" cy="812006"/>
          </a:xfrm>
          <a:prstGeom prst="rect">
            <a:avLst/>
          </a:prstGeom>
          <a:noFill/>
          <a:ln/>
        </p:spPr>
        <p:txBody>
          <a:bodyPr wrap="square" rtlCol="0" anchor="t"/>
          <a:lstStyle/>
          <a:p>
            <a:pPr marL="0" indent="0">
              <a:lnSpc>
                <a:spcPts val="3197"/>
              </a:lnSpc>
              <a:buNone/>
            </a:pPr>
            <a:endParaRPr lang="en-US" sz="2558" dirty="0"/>
          </a:p>
        </p:txBody>
      </p:sp>
      <p:sp>
        <p:nvSpPr>
          <p:cNvPr id="17" name="Text 15"/>
          <p:cNvSpPr/>
          <p:nvPr/>
        </p:nvSpPr>
        <p:spPr>
          <a:xfrm>
            <a:off x="10432375" y="4529376"/>
            <a:ext cx="3333988" cy="1185148"/>
          </a:xfrm>
          <a:prstGeom prst="rect">
            <a:avLst/>
          </a:prstGeom>
          <a:noFill/>
          <a:ln/>
        </p:spPr>
        <p:txBody>
          <a:bodyPr wrap="square" rtlCol="0" anchor="t"/>
          <a:lstStyle/>
          <a:p>
            <a:pPr marL="0" indent="0">
              <a:lnSpc>
                <a:spcPts val="3110"/>
              </a:lnSpc>
              <a:buNone/>
            </a:pPr>
            <a:endParaRPr lang="en-US" sz="1944" dirty="0"/>
          </a:p>
        </p:txBody>
      </p:sp>
      <p:sp>
        <p:nvSpPr>
          <p:cNvPr id="20" name="Text 18"/>
          <p:cNvSpPr/>
          <p:nvPr/>
        </p:nvSpPr>
        <p:spPr>
          <a:xfrm>
            <a:off x="1666280" y="6238994"/>
            <a:ext cx="3619976" cy="406003"/>
          </a:xfrm>
          <a:prstGeom prst="rect">
            <a:avLst/>
          </a:prstGeom>
          <a:noFill/>
          <a:ln/>
        </p:spPr>
        <p:txBody>
          <a:bodyPr wrap="none" rtlCol="0" anchor="t"/>
          <a:lstStyle/>
          <a:p>
            <a:pPr marL="0" indent="0">
              <a:lnSpc>
                <a:spcPts val="3197"/>
              </a:lnSpc>
              <a:buNone/>
            </a:pPr>
            <a:endParaRPr lang="en-US" sz="2558" dirty="0"/>
          </a:p>
        </p:txBody>
      </p:sp>
      <p:sp>
        <p:nvSpPr>
          <p:cNvPr id="21" name="Text 19"/>
          <p:cNvSpPr/>
          <p:nvPr/>
        </p:nvSpPr>
        <p:spPr>
          <a:xfrm>
            <a:off x="1666280" y="6793111"/>
            <a:ext cx="12100084" cy="395049"/>
          </a:xfrm>
          <a:prstGeom prst="rect">
            <a:avLst/>
          </a:prstGeom>
          <a:noFill/>
          <a:ln/>
        </p:spPr>
        <p:txBody>
          <a:bodyPr wrap="none" rtlCol="0" anchor="t"/>
          <a:lstStyle/>
          <a:p>
            <a:pPr marL="0" indent="0">
              <a:lnSpc>
                <a:spcPts val="3110"/>
              </a:lnSpc>
              <a:buNone/>
            </a:pPr>
            <a:endParaRPr lang="en-US" sz="1944" dirty="0"/>
          </a:p>
        </p:txBody>
      </p:sp>
    </p:spTree>
    <p:extLst>
      <p:ext uri="{BB962C8B-B14F-4D97-AF65-F5344CB8AC3E}">
        <p14:creationId xmlns:p14="http://schemas.microsoft.com/office/powerpoint/2010/main" val="2893727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TotalTime>
  <Words>1244</Words>
  <Application>Microsoft Office PowerPoint</Application>
  <PresentationFormat>Custom</PresentationFormat>
  <Paragraphs>134</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Barlow</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Akm Nizum</cp:lastModifiedBy>
  <cp:revision>6</cp:revision>
  <dcterms:created xsi:type="dcterms:W3CDTF">2024-07-26T01:55:42Z</dcterms:created>
  <dcterms:modified xsi:type="dcterms:W3CDTF">2024-09-05T19:31:21Z</dcterms:modified>
</cp:coreProperties>
</file>