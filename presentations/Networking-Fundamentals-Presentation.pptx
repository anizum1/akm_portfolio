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Override1.xml" ContentType="application/vnd.openxmlformats-officedocument.themeOverr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68" r:id="rId2"/>
    <p:sldId id="256" r:id="rId3"/>
    <p:sldId id="257" r:id="rId4"/>
    <p:sldId id="258" r:id="rId5"/>
    <p:sldId id="260" r:id="rId6"/>
    <p:sldId id="261" r:id="rId7"/>
    <p:sldId id="265" r:id="rId8"/>
    <p:sldId id="262" r:id="rId9"/>
    <p:sldId id="266" r:id="rId10"/>
    <p:sldId id="267" r:id="rId11"/>
    <p:sldId id="263" r:id="rId12"/>
    <p:sldId id="264"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iagrams/_rels/data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sv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s>
</file>

<file path=ppt/diagrams/_rels/drawing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sv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63BBEF3-98D0-40B8-A303-CFD6D3DCCEE1}"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EC814ECC-237A-4A55-8B26-ACE3C8C04510}">
      <dgm:prSet custT="1"/>
      <dgm:spPr/>
      <dgm:t>
        <a:bodyPr/>
        <a:lstStyle/>
        <a:p>
          <a:pPr>
            <a:lnSpc>
              <a:spcPct val="100000"/>
            </a:lnSpc>
          </a:pPr>
          <a:r>
            <a:rPr lang="en-US" sz="2400" dirty="0"/>
            <a:t>Why this program?</a:t>
          </a:r>
        </a:p>
      </dgm:t>
    </dgm:pt>
    <dgm:pt modelId="{0A1AA32B-D2FD-4CDF-AA3D-BEC703EEAE6B}" type="parTrans" cxnId="{009DA050-5879-46C4-848A-792532369D41}">
      <dgm:prSet/>
      <dgm:spPr/>
      <dgm:t>
        <a:bodyPr/>
        <a:lstStyle/>
        <a:p>
          <a:endParaRPr lang="en-US"/>
        </a:p>
      </dgm:t>
    </dgm:pt>
    <dgm:pt modelId="{C5DFA76D-081B-47FD-A029-FE645DFDDE84}" type="sibTrans" cxnId="{009DA050-5879-46C4-848A-792532369D41}">
      <dgm:prSet/>
      <dgm:spPr/>
      <dgm:t>
        <a:bodyPr/>
        <a:lstStyle/>
        <a:p>
          <a:endParaRPr lang="en-US"/>
        </a:p>
      </dgm:t>
    </dgm:pt>
    <dgm:pt modelId="{43C13757-D11F-4CEF-9748-A49CDC84C4DA}">
      <dgm:prSet custT="1"/>
      <dgm:spPr/>
      <dgm:t>
        <a:bodyPr/>
        <a:lstStyle/>
        <a:p>
          <a:pPr>
            <a:lnSpc>
              <a:spcPct val="100000"/>
            </a:lnSpc>
          </a:pPr>
          <a:r>
            <a:rPr lang="en-US" sz="2400" dirty="0"/>
            <a:t>-like to troubleshoot and take challenges,</a:t>
          </a:r>
        </a:p>
      </dgm:t>
    </dgm:pt>
    <dgm:pt modelId="{91E74585-1030-4266-93EE-48BC4A7481E4}" type="parTrans" cxnId="{A919844E-E4EC-419D-93EC-10A7F9B02BE5}">
      <dgm:prSet/>
      <dgm:spPr/>
      <dgm:t>
        <a:bodyPr/>
        <a:lstStyle/>
        <a:p>
          <a:endParaRPr lang="en-US"/>
        </a:p>
      </dgm:t>
    </dgm:pt>
    <dgm:pt modelId="{5B339422-8E53-46B6-84C9-F258F7702C89}" type="sibTrans" cxnId="{A919844E-E4EC-419D-93EC-10A7F9B02BE5}">
      <dgm:prSet/>
      <dgm:spPr/>
      <dgm:t>
        <a:bodyPr/>
        <a:lstStyle/>
        <a:p>
          <a:endParaRPr lang="en-US"/>
        </a:p>
      </dgm:t>
    </dgm:pt>
    <dgm:pt modelId="{F0EEF5C4-2A8A-446A-B84B-E6A77FB2033C}">
      <dgm:prSet custT="1"/>
      <dgm:spPr/>
      <dgm:t>
        <a:bodyPr/>
        <a:lstStyle/>
        <a:p>
          <a:pPr>
            <a:lnSpc>
              <a:spcPct val="100000"/>
            </a:lnSpc>
          </a:pPr>
          <a:r>
            <a:rPr lang="en-US" sz="2400" dirty="0"/>
            <a:t>-Curiosity about new technology.</a:t>
          </a:r>
        </a:p>
      </dgm:t>
    </dgm:pt>
    <dgm:pt modelId="{CE078BBA-B805-4609-9F8F-E3673A1FFAE4}" type="parTrans" cxnId="{258FAC24-3698-4E66-A0A3-CBB2925FE6FA}">
      <dgm:prSet/>
      <dgm:spPr/>
      <dgm:t>
        <a:bodyPr/>
        <a:lstStyle/>
        <a:p>
          <a:endParaRPr lang="en-US"/>
        </a:p>
      </dgm:t>
    </dgm:pt>
    <dgm:pt modelId="{FC2006AD-368B-4171-A72E-8FD5119F4F47}" type="sibTrans" cxnId="{258FAC24-3698-4E66-A0A3-CBB2925FE6FA}">
      <dgm:prSet/>
      <dgm:spPr/>
      <dgm:t>
        <a:bodyPr/>
        <a:lstStyle/>
        <a:p>
          <a:endParaRPr lang="en-US"/>
        </a:p>
      </dgm:t>
    </dgm:pt>
    <dgm:pt modelId="{63628A2E-7B26-448A-AC2D-6420A614E2F1}">
      <dgm:prSet custT="1"/>
      <dgm:spPr/>
      <dgm:t>
        <a:bodyPr/>
        <a:lstStyle/>
        <a:p>
          <a:pPr>
            <a:lnSpc>
              <a:spcPct val="100000"/>
            </a:lnSpc>
          </a:pPr>
          <a:r>
            <a:rPr lang="en-US" sz="2400" dirty="0"/>
            <a:t>-Vast job growth.</a:t>
          </a:r>
        </a:p>
      </dgm:t>
    </dgm:pt>
    <dgm:pt modelId="{620A9AC9-4949-49DB-AB1F-2715AF89FB21}" type="parTrans" cxnId="{EBB1D5F2-A6F1-4538-9480-7FBDF8F03BEC}">
      <dgm:prSet/>
      <dgm:spPr/>
      <dgm:t>
        <a:bodyPr/>
        <a:lstStyle/>
        <a:p>
          <a:endParaRPr lang="en-US"/>
        </a:p>
      </dgm:t>
    </dgm:pt>
    <dgm:pt modelId="{4AE3D00A-FB5B-4C16-A88F-A165CB1A8F5B}" type="sibTrans" cxnId="{EBB1D5F2-A6F1-4538-9480-7FBDF8F03BEC}">
      <dgm:prSet/>
      <dgm:spPr/>
      <dgm:t>
        <a:bodyPr/>
        <a:lstStyle/>
        <a:p>
          <a:endParaRPr lang="en-US"/>
        </a:p>
      </dgm:t>
    </dgm:pt>
    <dgm:pt modelId="{A13125FD-4826-4B63-A83B-737EF8EE15D3}">
      <dgm:prSet custT="1"/>
      <dgm:spPr/>
      <dgm:t>
        <a:bodyPr/>
        <a:lstStyle/>
        <a:p>
          <a:pPr>
            <a:lnSpc>
              <a:spcPct val="100000"/>
            </a:lnSpc>
          </a:pPr>
          <a:r>
            <a:rPr lang="en-US" sz="2400" dirty="0"/>
            <a:t>-Good salary.</a:t>
          </a:r>
        </a:p>
      </dgm:t>
    </dgm:pt>
    <dgm:pt modelId="{3ADDBE4D-D472-44B4-8AEE-970148121FD6}" type="parTrans" cxnId="{957BFB53-3CC6-44F6-93B6-BCE857E0F3AB}">
      <dgm:prSet/>
      <dgm:spPr/>
      <dgm:t>
        <a:bodyPr/>
        <a:lstStyle/>
        <a:p>
          <a:endParaRPr lang="en-US"/>
        </a:p>
      </dgm:t>
    </dgm:pt>
    <dgm:pt modelId="{62FC75B5-C668-413A-85B9-73B5AC0E439A}" type="sibTrans" cxnId="{957BFB53-3CC6-44F6-93B6-BCE857E0F3AB}">
      <dgm:prSet/>
      <dgm:spPr/>
      <dgm:t>
        <a:bodyPr/>
        <a:lstStyle/>
        <a:p>
          <a:endParaRPr lang="en-US"/>
        </a:p>
      </dgm:t>
    </dgm:pt>
    <dgm:pt modelId="{5D79A63A-B953-4AEE-9D0C-D97615077DCF}">
      <dgm:prSet custT="1"/>
      <dgm:spPr/>
      <dgm:t>
        <a:bodyPr/>
        <a:lstStyle/>
        <a:p>
          <a:pPr>
            <a:lnSpc>
              <a:spcPct val="100000"/>
            </a:lnSpc>
          </a:pPr>
          <a:r>
            <a:rPr lang="en-US" sz="2400" dirty="0"/>
            <a:t>-Working from home. </a:t>
          </a:r>
        </a:p>
      </dgm:t>
    </dgm:pt>
    <dgm:pt modelId="{820B2B83-CF30-4E5A-A8FC-22056DA402C4}" type="parTrans" cxnId="{308930A2-F88D-4C1A-AEC3-5E37DDDC584E}">
      <dgm:prSet/>
      <dgm:spPr/>
      <dgm:t>
        <a:bodyPr/>
        <a:lstStyle/>
        <a:p>
          <a:endParaRPr lang="en-US"/>
        </a:p>
      </dgm:t>
    </dgm:pt>
    <dgm:pt modelId="{5EAFEF59-05DD-4CEE-BCF2-6007B6C461FC}" type="sibTrans" cxnId="{308930A2-F88D-4C1A-AEC3-5E37DDDC584E}">
      <dgm:prSet/>
      <dgm:spPr/>
      <dgm:t>
        <a:bodyPr/>
        <a:lstStyle/>
        <a:p>
          <a:endParaRPr lang="en-US"/>
        </a:p>
      </dgm:t>
    </dgm:pt>
    <dgm:pt modelId="{C3C0BE51-85B8-41CD-A202-30F3F41E795B}" type="pres">
      <dgm:prSet presAssocID="{063BBEF3-98D0-40B8-A303-CFD6D3DCCEE1}" presName="root" presStyleCnt="0">
        <dgm:presLayoutVars>
          <dgm:dir/>
          <dgm:resizeHandles val="exact"/>
        </dgm:presLayoutVars>
      </dgm:prSet>
      <dgm:spPr/>
    </dgm:pt>
    <dgm:pt modelId="{CD37AFCA-9FEE-4FFA-BDFE-6C571AB7445A}" type="pres">
      <dgm:prSet presAssocID="{EC814ECC-237A-4A55-8B26-ACE3C8C04510}" presName="compNode" presStyleCnt="0"/>
      <dgm:spPr/>
    </dgm:pt>
    <dgm:pt modelId="{0AABC5D6-B18E-4843-83D9-D9E459BF30CC}" type="pres">
      <dgm:prSet presAssocID="{EC814ECC-237A-4A55-8B26-ACE3C8C04510}" presName="bgRect" presStyleLbl="bgShp" presStyleIdx="0" presStyleCnt="6"/>
      <dgm:spPr/>
    </dgm:pt>
    <dgm:pt modelId="{130F2D50-2CC3-478F-B102-3F5270080876}" type="pres">
      <dgm:prSet presAssocID="{EC814ECC-237A-4A55-8B26-ACE3C8C04510}"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Questions"/>
        </a:ext>
      </dgm:extLst>
    </dgm:pt>
    <dgm:pt modelId="{1B455AB3-0704-4A7A-9911-B1F387FD8A4B}" type="pres">
      <dgm:prSet presAssocID="{EC814ECC-237A-4A55-8B26-ACE3C8C04510}" presName="spaceRect" presStyleCnt="0"/>
      <dgm:spPr/>
    </dgm:pt>
    <dgm:pt modelId="{C63A1C41-C087-433C-982D-B7993056CEC5}" type="pres">
      <dgm:prSet presAssocID="{EC814ECC-237A-4A55-8B26-ACE3C8C04510}" presName="parTx" presStyleLbl="revTx" presStyleIdx="0" presStyleCnt="6">
        <dgm:presLayoutVars>
          <dgm:chMax val="0"/>
          <dgm:chPref val="0"/>
        </dgm:presLayoutVars>
      </dgm:prSet>
      <dgm:spPr/>
    </dgm:pt>
    <dgm:pt modelId="{F681EBD8-E3B2-4ABF-B812-1C78A91A051A}" type="pres">
      <dgm:prSet presAssocID="{C5DFA76D-081B-47FD-A029-FE645DFDDE84}" presName="sibTrans" presStyleCnt="0"/>
      <dgm:spPr/>
    </dgm:pt>
    <dgm:pt modelId="{2B2B2439-A3B4-4EB5-B05C-956EF004B580}" type="pres">
      <dgm:prSet presAssocID="{43C13757-D11F-4CEF-9748-A49CDC84C4DA}" presName="compNode" presStyleCnt="0"/>
      <dgm:spPr/>
    </dgm:pt>
    <dgm:pt modelId="{96102761-1CE9-4812-A508-A15D139B96EE}" type="pres">
      <dgm:prSet presAssocID="{43C13757-D11F-4CEF-9748-A49CDC84C4DA}" presName="bgRect" presStyleLbl="bgShp" presStyleIdx="1" presStyleCnt="6"/>
      <dgm:spPr/>
    </dgm:pt>
    <dgm:pt modelId="{0357F6B7-EED8-4B9B-8878-37E2B3A95F00}" type="pres">
      <dgm:prSet presAssocID="{43C13757-D11F-4CEF-9748-A49CDC84C4DA}"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Wrench"/>
        </a:ext>
      </dgm:extLst>
    </dgm:pt>
    <dgm:pt modelId="{E15E2560-0BDE-4A5B-918B-66813EED2746}" type="pres">
      <dgm:prSet presAssocID="{43C13757-D11F-4CEF-9748-A49CDC84C4DA}" presName="spaceRect" presStyleCnt="0"/>
      <dgm:spPr/>
    </dgm:pt>
    <dgm:pt modelId="{ED50A5A4-0F33-40B4-8421-E3C551B5016C}" type="pres">
      <dgm:prSet presAssocID="{43C13757-D11F-4CEF-9748-A49CDC84C4DA}" presName="parTx" presStyleLbl="revTx" presStyleIdx="1" presStyleCnt="6">
        <dgm:presLayoutVars>
          <dgm:chMax val="0"/>
          <dgm:chPref val="0"/>
        </dgm:presLayoutVars>
      </dgm:prSet>
      <dgm:spPr/>
    </dgm:pt>
    <dgm:pt modelId="{A82A6744-C9E3-4569-B732-6A503522A10D}" type="pres">
      <dgm:prSet presAssocID="{5B339422-8E53-46B6-84C9-F258F7702C89}" presName="sibTrans" presStyleCnt="0"/>
      <dgm:spPr/>
    </dgm:pt>
    <dgm:pt modelId="{E7DCCE2E-6893-4E33-82B9-2C5C022A804D}" type="pres">
      <dgm:prSet presAssocID="{F0EEF5C4-2A8A-446A-B84B-E6A77FB2033C}" presName="compNode" presStyleCnt="0"/>
      <dgm:spPr/>
    </dgm:pt>
    <dgm:pt modelId="{8F1E3DC2-9E0B-4761-901C-6086FFB7F5BE}" type="pres">
      <dgm:prSet presAssocID="{F0EEF5C4-2A8A-446A-B84B-E6A77FB2033C}" presName="bgRect" presStyleLbl="bgShp" presStyleIdx="2" presStyleCnt="6"/>
      <dgm:spPr/>
    </dgm:pt>
    <dgm:pt modelId="{2345F960-991D-4F13-BC35-AC28E29AC2A3}" type="pres">
      <dgm:prSet presAssocID="{F0EEF5C4-2A8A-446A-B84B-E6A77FB2033C}"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Astronaut"/>
        </a:ext>
      </dgm:extLst>
    </dgm:pt>
    <dgm:pt modelId="{2660F69F-0B03-484D-BAFA-6A49ECB4316F}" type="pres">
      <dgm:prSet presAssocID="{F0EEF5C4-2A8A-446A-B84B-E6A77FB2033C}" presName="spaceRect" presStyleCnt="0"/>
      <dgm:spPr/>
    </dgm:pt>
    <dgm:pt modelId="{CCD4A800-25BA-477A-B5A4-9D4A92837CB4}" type="pres">
      <dgm:prSet presAssocID="{F0EEF5C4-2A8A-446A-B84B-E6A77FB2033C}" presName="parTx" presStyleLbl="revTx" presStyleIdx="2" presStyleCnt="6">
        <dgm:presLayoutVars>
          <dgm:chMax val="0"/>
          <dgm:chPref val="0"/>
        </dgm:presLayoutVars>
      </dgm:prSet>
      <dgm:spPr/>
    </dgm:pt>
    <dgm:pt modelId="{A6E6B43F-4CC1-48E3-9CA3-AABAE7E2E3C8}" type="pres">
      <dgm:prSet presAssocID="{FC2006AD-368B-4171-A72E-8FD5119F4F47}" presName="sibTrans" presStyleCnt="0"/>
      <dgm:spPr/>
    </dgm:pt>
    <dgm:pt modelId="{7504DFD7-8767-432C-BFB8-BBF695F4C993}" type="pres">
      <dgm:prSet presAssocID="{63628A2E-7B26-448A-AC2D-6420A614E2F1}" presName="compNode" presStyleCnt="0"/>
      <dgm:spPr/>
    </dgm:pt>
    <dgm:pt modelId="{2BA65FE8-B549-4CF9-9FC8-1BA9D93F7459}" type="pres">
      <dgm:prSet presAssocID="{63628A2E-7B26-448A-AC2D-6420A614E2F1}" presName="bgRect" presStyleLbl="bgShp" presStyleIdx="3" presStyleCnt="6"/>
      <dgm:spPr/>
    </dgm:pt>
    <dgm:pt modelId="{48697B33-E6CA-4233-B15F-C6EE3840D5E9}" type="pres">
      <dgm:prSet presAssocID="{63628A2E-7B26-448A-AC2D-6420A614E2F1}"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Office Worker"/>
        </a:ext>
      </dgm:extLst>
    </dgm:pt>
    <dgm:pt modelId="{05001062-D216-4D1E-A94B-CA91118AEA5D}" type="pres">
      <dgm:prSet presAssocID="{63628A2E-7B26-448A-AC2D-6420A614E2F1}" presName="spaceRect" presStyleCnt="0"/>
      <dgm:spPr/>
    </dgm:pt>
    <dgm:pt modelId="{90CD0FDC-FD33-48EF-B837-5B837745711F}" type="pres">
      <dgm:prSet presAssocID="{63628A2E-7B26-448A-AC2D-6420A614E2F1}" presName="parTx" presStyleLbl="revTx" presStyleIdx="3" presStyleCnt="6">
        <dgm:presLayoutVars>
          <dgm:chMax val="0"/>
          <dgm:chPref val="0"/>
        </dgm:presLayoutVars>
      </dgm:prSet>
      <dgm:spPr/>
    </dgm:pt>
    <dgm:pt modelId="{25F6BDC0-F486-4F69-946A-B32A6B24051B}" type="pres">
      <dgm:prSet presAssocID="{4AE3D00A-FB5B-4C16-A88F-A165CB1A8F5B}" presName="sibTrans" presStyleCnt="0"/>
      <dgm:spPr/>
    </dgm:pt>
    <dgm:pt modelId="{9A2C4F79-AA17-465B-950B-673E9F8363F9}" type="pres">
      <dgm:prSet presAssocID="{A13125FD-4826-4B63-A83B-737EF8EE15D3}" presName="compNode" presStyleCnt="0"/>
      <dgm:spPr/>
    </dgm:pt>
    <dgm:pt modelId="{A196B4E1-5F5C-4A32-8CE4-68241099B3C2}" type="pres">
      <dgm:prSet presAssocID="{A13125FD-4826-4B63-A83B-737EF8EE15D3}" presName="bgRect" presStyleLbl="bgShp" presStyleIdx="4" presStyleCnt="6"/>
      <dgm:spPr/>
    </dgm:pt>
    <dgm:pt modelId="{1BCF7653-3B41-4189-8BF7-54B4E448A289}" type="pres">
      <dgm:prSet presAssocID="{A13125FD-4826-4B63-A83B-737EF8EE15D3}"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Money"/>
        </a:ext>
      </dgm:extLst>
    </dgm:pt>
    <dgm:pt modelId="{1CE5D82B-0F8A-4256-9408-145CD772579A}" type="pres">
      <dgm:prSet presAssocID="{A13125FD-4826-4B63-A83B-737EF8EE15D3}" presName="spaceRect" presStyleCnt="0"/>
      <dgm:spPr/>
    </dgm:pt>
    <dgm:pt modelId="{B28582D6-EFA6-4C60-AABA-54BFAC9FE117}" type="pres">
      <dgm:prSet presAssocID="{A13125FD-4826-4B63-A83B-737EF8EE15D3}" presName="parTx" presStyleLbl="revTx" presStyleIdx="4" presStyleCnt="6">
        <dgm:presLayoutVars>
          <dgm:chMax val="0"/>
          <dgm:chPref val="0"/>
        </dgm:presLayoutVars>
      </dgm:prSet>
      <dgm:spPr/>
    </dgm:pt>
    <dgm:pt modelId="{A0384B27-23AF-4187-868D-1717BBEEF5E6}" type="pres">
      <dgm:prSet presAssocID="{62FC75B5-C668-413A-85B9-73B5AC0E439A}" presName="sibTrans" presStyleCnt="0"/>
      <dgm:spPr/>
    </dgm:pt>
    <dgm:pt modelId="{36756FD7-2597-48DA-A9BB-46622DFE583B}" type="pres">
      <dgm:prSet presAssocID="{5D79A63A-B953-4AEE-9D0C-D97615077DCF}" presName="compNode" presStyleCnt="0"/>
      <dgm:spPr/>
    </dgm:pt>
    <dgm:pt modelId="{AD3D723E-9E6F-4E85-816F-6ED67DBA2DAD}" type="pres">
      <dgm:prSet presAssocID="{5D79A63A-B953-4AEE-9D0C-D97615077DCF}" presName="bgRect" presStyleLbl="bgShp" presStyleIdx="5" presStyleCnt="6" custLinFactNeighborX="-1037" custLinFactNeighborY="5894"/>
      <dgm:spPr/>
    </dgm:pt>
    <dgm:pt modelId="{5AB1F31A-A97F-4932-A77F-E0BC2145EC10}" type="pres">
      <dgm:prSet presAssocID="{5D79A63A-B953-4AEE-9D0C-D97615077DCF}"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dgm:spPr>
      <dgm:extLst>
        <a:ext uri="{E40237B7-FDA0-4F09-8148-C483321AD2D9}">
          <dgm14:cNvPr xmlns:dgm14="http://schemas.microsoft.com/office/drawing/2010/diagram" id="0" name="" descr="House"/>
        </a:ext>
      </dgm:extLst>
    </dgm:pt>
    <dgm:pt modelId="{B92BC710-D8D2-4C55-9512-F762CCC20B8C}" type="pres">
      <dgm:prSet presAssocID="{5D79A63A-B953-4AEE-9D0C-D97615077DCF}" presName="spaceRect" presStyleCnt="0"/>
      <dgm:spPr/>
    </dgm:pt>
    <dgm:pt modelId="{922804D9-D187-4EB7-B8B6-22B14E10DEF3}" type="pres">
      <dgm:prSet presAssocID="{5D79A63A-B953-4AEE-9D0C-D97615077DCF}" presName="parTx" presStyleLbl="revTx" presStyleIdx="5" presStyleCnt="6">
        <dgm:presLayoutVars>
          <dgm:chMax val="0"/>
          <dgm:chPref val="0"/>
        </dgm:presLayoutVars>
      </dgm:prSet>
      <dgm:spPr/>
    </dgm:pt>
  </dgm:ptLst>
  <dgm:cxnLst>
    <dgm:cxn modelId="{5EB77D11-A128-4ABD-AAF6-6FF666AAB75D}" type="presOf" srcId="{063BBEF3-98D0-40B8-A303-CFD6D3DCCEE1}" destId="{C3C0BE51-85B8-41CD-A202-30F3F41E795B}" srcOrd="0" destOrd="0" presId="urn:microsoft.com/office/officeart/2018/2/layout/IconVerticalSolidList"/>
    <dgm:cxn modelId="{258FAC24-3698-4E66-A0A3-CBB2925FE6FA}" srcId="{063BBEF3-98D0-40B8-A303-CFD6D3DCCEE1}" destId="{F0EEF5C4-2A8A-446A-B84B-E6A77FB2033C}" srcOrd="2" destOrd="0" parTransId="{CE078BBA-B805-4609-9F8F-E3673A1FFAE4}" sibTransId="{FC2006AD-368B-4171-A72E-8FD5119F4F47}"/>
    <dgm:cxn modelId="{65801143-90B2-4DC3-BFDE-3A2EF1A6AC2A}" type="presOf" srcId="{5D79A63A-B953-4AEE-9D0C-D97615077DCF}" destId="{922804D9-D187-4EB7-B8B6-22B14E10DEF3}" srcOrd="0" destOrd="0" presId="urn:microsoft.com/office/officeart/2018/2/layout/IconVerticalSolidList"/>
    <dgm:cxn modelId="{42DB1C45-3AFF-4DBE-AC36-53E451858AC4}" type="presOf" srcId="{43C13757-D11F-4CEF-9748-A49CDC84C4DA}" destId="{ED50A5A4-0F33-40B4-8421-E3C551B5016C}" srcOrd="0" destOrd="0" presId="urn:microsoft.com/office/officeart/2018/2/layout/IconVerticalSolidList"/>
    <dgm:cxn modelId="{A919844E-E4EC-419D-93EC-10A7F9B02BE5}" srcId="{063BBEF3-98D0-40B8-A303-CFD6D3DCCEE1}" destId="{43C13757-D11F-4CEF-9748-A49CDC84C4DA}" srcOrd="1" destOrd="0" parTransId="{91E74585-1030-4266-93EE-48BC4A7481E4}" sibTransId="{5B339422-8E53-46B6-84C9-F258F7702C89}"/>
    <dgm:cxn modelId="{009DA050-5879-46C4-848A-792532369D41}" srcId="{063BBEF3-98D0-40B8-A303-CFD6D3DCCEE1}" destId="{EC814ECC-237A-4A55-8B26-ACE3C8C04510}" srcOrd="0" destOrd="0" parTransId="{0A1AA32B-D2FD-4CDF-AA3D-BEC703EEAE6B}" sibTransId="{C5DFA76D-081B-47FD-A029-FE645DFDDE84}"/>
    <dgm:cxn modelId="{E443D051-4143-4C61-A211-DC89576487DC}" type="presOf" srcId="{63628A2E-7B26-448A-AC2D-6420A614E2F1}" destId="{90CD0FDC-FD33-48EF-B837-5B837745711F}" srcOrd="0" destOrd="0" presId="urn:microsoft.com/office/officeart/2018/2/layout/IconVerticalSolidList"/>
    <dgm:cxn modelId="{957BFB53-3CC6-44F6-93B6-BCE857E0F3AB}" srcId="{063BBEF3-98D0-40B8-A303-CFD6D3DCCEE1}" destId="{A13125FD-4826-4B63-A83B-737EF8EE15D3}" srcOrd="4" destOrd="0" parTransId="{3ADDBE4D-D472-44B4-8AEE-970148121FD6}" sibTransId="{62FC75B5-C668-413A-85B9-73B5AC0E439A}"/>
    <dgm:cxn modelId="{ADD88292-9A3C-4B67-80F7-B3906B4CA99A}" type="presOf" srcId="{A13125FD-4826-4B63-A83B-737EF8EE15D3}" destId="{B28582D6-EFA6-4C60-AABA-54BFAC9FE117}" srcOrd="0" destOrd="0" presId="urn:microsoft.com/office/officeart/2018/2/layout/IconVerticalSolidList"/>
    <dgm:cxn modelId="{308930A2-F88D-4C1A-AEC3-5E37DDDC584E}" srcId="{063BBEF3-98D0-40B8-A303-CFD6D3DCCEE1}" destId="{5D79A63A-B953-4AEE-9D0C-D97615077DCF}" srcOrd="5" destOrd="0" parTransId="{820B2B83-CF30-4E5A-A8FC-22056DA402C4}" sibTransId="{5EAFEF59-05DD-4CEE-BCF2-6007B6C461FC}"/>
    <dgm:cxn modelId="{15C06EA7-7E03-47FA-B2C7-985FF47BD1E8}" type="presOf" srcId="{EC814ECC-237A-4A55-8B26-ACE3C8C04510}" destId="{C63A1C41-C087-433C-982D-B7993056CEC5}" srcOrd="0" destOrd="0" presId="urn:microsoft.com/office/officeart/2018/2/layout/IconVerticalSolidList"/>
    <dgm:cxn modelId="{EEED68BD-E73B-43EB-B4B4-CF65BB6914D5}" type="presOf" srcId="{F0EEF5C4-2A8A-446A-B84B-E6A77FB2033C}" destId="{CCD4A800-25BA-477A-B5A4-9D4A92837CB4}" srcOrd="0" destOrd="0" presId="urn:microsoft.com/office/officeart/2018/2/layout/IconVerticalSolidList"/>
    <dgm:cxn modelId="{EBB1D5F2-A6F1-4538-9480-7FBDF8F03BEC}" srcId="{063BBEF3-98D0-40B8-A303-CFD6D3DCCEE1}" destId="{63628A2E-7B26-448A-AC2D-6420A614E2F1}" srcOrd="3" destOrd="0" parTransId="{620A9AC9-4949-49DB-AB1F-2715AF89FB21}" sibTransId="{4AE3D00A-FB5B-4C16-A88F-A165CB1A8F5B}"/>
    <dgm:cxn modelId="{767B8E19-E2AB-4031-954D-2F679EF009E5}" type="presParOf" srcId="{C3C0BE51-85B8-41CD-A202-30F3F41E795B}" destId="{CD37AFCA-9FEE-4FFA-BDFE-6C571AB7445A}" srcOrd="0" destOrd="0" presId="urn:microsoft.com/office/officeart/2018/2/layout/IconVerticalSolidList"/>
    <dgm:cxn modelId="{40C8C241-39FD-4B70-AAE9-F82BC806059D}" type="presParOf" srcId="{CD37AFCA-9FEE-4FFA-BDFE-6C571AB7445A}" destId="{0AABC5D6-B18E-4843-83D9-D9E459BF30CC}" srcOrd="0" destOrd="0" presId="urn:microsoft.com/office/officeart/2018/2/layout/IconVerticalSolidList"/>
    <dgm:cxn modelId="{58B9588D-E12C-4799-B73D-90E2CCFA7B6A}" type="presParOf" srcId="{CD37AFCA-9FEE-4FFA-BDFE-6C571AB7445A}" destId="{130F2D50-2CC3-478F-B102-3F5270080876}" srcOrd="1" destOrd="0" presId="urn:microsoft.com/office/officeart/2018/2/layout/IconVerticalSolidList"/>
    <dgm:cxn modelId="{66839B37-33D0-45C2-9E01-4F58B2344D0F}" type="presParOf" srcId="{CD37AFCA-9FEE-4FFA-BDFE-6C571AB7445A}" destId="{1B455AB3-0704-4A7A-9911-B1F387FD8A4B}" srcOrd="2" destOrd="0" presId="urn:microsoft.com/office/officeart/2018/2/layout/IconVerticalSolidList"/>
    <dgm:cxn modelId="{173E6246-5213-4B4E-BBC8-A2CFEDE24EBE}" type="presParOf" srcId="{CD37AFCA-9FEE-4FFA-BDFE-6C571AB7445A}" destId="{C63A1C41-C087-433C-982D-B7993056CEC5}" srcOrd="3" destOrd="0" presId="urn:microsoft.com/office/officeart/2018/2/layout/IconVerticalSolidList"/>
    <dgm:cxn modelId="{5EDC54C4-D8B8-48C3-911C-5891BD93613C}" type="presParOf" srcId="{C3C0BE51-85B8-41CD-A202-30F3F41E795B}" destId="{F681EBD8-E3B2-4ABF-B812-1C78A91A051A}" srcOrd="1" destOrd="0" presId="urn:microsoft.com/office/officeart/2018/2/layout/IconVerticalSolidList"/>
    <dgm:cxn modelId="{F96991A8-3C55-4380-8762-B8AE95E5A76A}" type="presParOf" srcId="{C3C0BE51-85B8-41CD-A202-30F3F41E795B}" destId="{2B2B2439-A3B4-4EB5-B05C-956EF004B580}" srcOrd="2" destOrd="0" presId="urn:microsoft.com/office/officeart/2018/2/layout/IconVerticalSolidList"/>
    <dgm:cxn modelId="{BB172631-6073-4CF3-BC95-E4CC872D780C}" type="presParOf" srcId="{2B2B2439-A3B4-4EB5-B05C-956EF004B580}" destId="{96102761-1CE9-4812-A508-A15D139B96EE}" srcOrd="0" destOrd="0" presId="urn:microsoft.com/office/officeart/2018/2/layout/IconVerticalSolidList"/>
    <dgm:cxn modelId="{BA14BFAB-F602-4761-A547-E1A2FF34B97E}" type="presParOf" srcId="{2B2B2439-A3B4-4EB5-B05C-956EF004B580}" destId="{0357F6B7-EED8-4B9B-8878-37E2B3A95F00}" srcOrd="1" destOrd="0" presId="urn:microsoft.com/office/officeart/2018/2/layout/IconVerticalSolidList"/>
    <dgm:cxn modelId="{78BBB7D0-321A-4437-8A34-21EDA35AF33C}" type="presParOf" srcId="{2B2B2439-A3B4-4EB5-B05C-956EF004B580}" destId="{E15E2560-0BDE-4A5B-918B-66813EED2746}" srcOrd="2" destOrd="0" presId="urn:microsoft.com/office/officeart/2018/2/layout/IconVerticalSolidList"/>
    <dgm:cxn modelId="{F2408493-6272-4A4E-96A3-035BFD7ADC25}" type="presParOf" srcId="{2B2B2439-A3B4-4EB5-B05C-956EF004B580}" destId="{ED50A5A4-0F33-40B4-8421-E3C551B5016C}" srcOrd="3" destOrd="0" presId="urn:microsoft.com/office/officeart/2018/2/layout/IconVerticalSolidList"/>
    <dgm:cxn modelId="{E398B606-4BAC-4DA3-8AF9-23E381A9AC73}" type="presParOf" srcId="{C3C0BE51-85B8-41CD-A202-30F3F41E795B}" destId="{A82A6744-C9E3-4569-B732-6A503522A10D}" srcOrd="3" destOrd="0" presId="urn:microsoft.com/office/officeart/2018/2/layout/IconVerticalSolidList"/>
    <dgm:cxn modelId="{356328A1-3421-4A31-8A5D-62F8F6CED38F}" type="presParOf" srcId="{C3C0BE51-85B8-41CD-A202-30F3F41E795B}" destId="{E7DCCE2E-6893-4E33-82B9-2C5C022A804D}" srcOrd="4" destOrd="0" presId="urn:microsoft.com/office/officeart/2018/2/layout/IconVerticalSolidList"/>
    <dgm:cxn modelId="{A7A35E8E-87A3-4701-9A23-D99249A965DB}" type="presParOf" srcId="{E7DCCE2E-6893-4E33-82B9-2C5C022A804D}" destId="{8F1E3DC2-9E0B-4761-901C-6086FFB7F5BE}" srcOrd="0" destOrd="0" presId="urn:microsoft.com/office/officeart/2018/2/layout/IconVerticalSolidList"/>
    <dgm:cxn modelId="{B123273D-2D07-4A72-AE9F-1E40EC9D9EDC}" type="presParOf" srcId="{E7DCCE2E-6893-4E33-82B9-2C5C022A804D}" destId="{2345F960-991D-4F13-BC35-AC28E29AC2A3}" srcOrd="1" destOrd="0" presId="urn:microsoft.com/office/officeart/2018/2/layout/IconVerticalSolidList"/>
    <dgm:cxn modelId="{59F1D703-CEAD-43B5-B631-37AC0D299607}" type="presParOf" srcId="{E7DCCE2E-6893-4E33-82B9-2C5C022A804D}" destId="{2660F69F-0B03-484D-BAFA-6A49ECB4316F}" srcOrd="2" destOrd="0" presId="urn:microsoft.com/office/officeart/2018/2/layout/IconVerticalSolidList"/>
    <dgm:cxn modelId="{E6F04791-55BB-4C7D-8FF5-4978AF3F67F1}" type="presParOf" srcId="{E7DCCE2E-6893-4E33-82B9-2C5C022A804D}" destId="{CCD4A800-25BA-477A-B5A4-9D4A92837CB4}" srcOrd="3" destOrd="0" presId="urn:microsoft.com/office/officeart/2018/2/layout/IconVerticalSolidList"/>
    <dgm:cxn modelId="{1C546B83-E6BD-4FAC-B0F4-B72E5B73F3D8}" type="presParOf" srcId="{C3C0BE51-85B8-41CD-A202-30F3F41E795B}" destId="{A6E6B43F-4CC1-48E3-9CA3-AABAE7E2E3C8}" srcOrd="5" destOrd="0" presId="urn:microsoft.com/office/officeart/2018/2/layout/IconVerticalSolidList"/>
    <dgm:cxn modelId="{C60B7B6F-FA78-44AF-99F7-D7648302830B}" type="presParOf" srcId="{C3C0BE51-85B8-41CD-A202-30F3F41E795B}" destId="{7504DFD7-8767-432C-BFB8-BBF695F4C993}" srcOrd="6" destOrd="0" presId="urn:microsoft.com/office/officeart/2018/2/layout/IconVerticalSolidList"/>
    <dgm:cxn modelId="{C3A8ECB2-8CD5-414D-8838-CE2CE241E275}" type="presParOf" srcId="{7504DFD7-8767-432C-BFB8-BBF695F4C993}" destId="{2BA65FE8-B549-4CF9-9FC8-1BA9D93F7459}" srcOrd="0" destOrd="0" presId="urn:microsoft.com/office/officeart/2018/2/layout/IconVerticalSolidList"/>
    <dgm:cxn modelId="{2BC1A0F4-BF3D-4F27-97C8-C39AFB261D87}" type="presParOf" srcId="{7504DFD7-8767-432C-BFB8-BBF695F4C993}" destId="{48697B33-E6CA-4233-B15F-C6EE3840D5E9}" srcOrd="1" destOrd="0" presId="urn:microsoft.com/office/officeart/2018/2/layout/IconVerticalSolidList"/>
    <dgm:cxn modelId="{6A10395A-B12B-4939-AF09-0BF8E7BBB4ED}" type="presParOf" srcId="{7504DFD7-8767-432C-BFB8-BBF695F4C993}" destId="{05001062-D216-4D1E-A94B-CA91118AEA5D}" srcOrd="2" destOrd="0" presId="urn:microsoft.com/office/officeart/2018/2/layout/IconVerticalSolidList"/>
    <dgm:cxn modelId="{F5A05ADA-DC91-4B99-AE08-44CF7C62F0DD}" type="presParOf" srcId="{7504DFD7-8767-432C-BFB8-BBF695F4C993}" destId="{90CD0FDC-FD33-48EF-B837-5B837745711F}" srcOrd="3" destOrd="0" presId="urn:microsoft.com/office/officeart/2018/2/layout/IconVerticalSolidList"/>
    <dgm:cxn modelId="{23CC6313-763A-454B-9EDF-F59E6AC69A4E}" type="presParOf" srcId="{C3C0BE51-85B8-41CD-A202-30F3F41E795B}" destId="{25F6BDC0-F486-4F69-946A-B32A6B24051B}" srcOrd="7" destOrd="0" presId="urn:microsoft.com/office/officeart/2018/2/layout/IconVerticalSolidList"/>
    <dgm:cxn modelId="{874C7804-F274-467C-B2DC-1EABB9E9C9C5}" type="presParOf" srcId="{C3C0BE51-85B8-41CD-A202-30F3F41E795B}" destId="{9A2C4F79-AA17-465B-950B-673E9F8363F9}" srcOrd="8" destOrd="0" presId="urn:microsoft.com/office/officeart/2018/2/layout/IconVerticalSolidList"/>
    <dgm:cxn modelId="{AA3067AF-4F07-490F-8C46-57676DC6A786}" type="presParOf" srcId="{9A2C4F79-AA17-465B-950B-673E9F8363F9}" destId="{A196B4E1-5F5C-4A32-8CE4-68241099B3C2}" srcOrd="0" destOrd="0" presId="urn:microsoft.com/office/officeart/2018/2/layout/IconVerticalSolidList"/>
    <dgm:cxn modelId="{13DE3838-9D02-4FC0-98E0-898AAF78B2F4}" type="presParOf" srcId="{9A2C4F79-AA17-465B-950B-673E9F8363F9}" destId="{1BCF7653-3B41-4189-8BF7-54B4E448A289}" srcOrd="1" destOrd="0" presId="urn:microsoft.com/office/officeart/2018/2/layout/IconVerticalSolidList"/>
    <dgm:cxn modelId="{94DCD5AC-3F3E-464E-98C1-221C50041A5D}" type="presParOf" srcId="{9A2C4F79-AA17-465B-950B-673E9F8363F9}" destId="{1CE5D82B-0F8A-4256-9408-145CD772579A}" srcOrd="2" destOrd="0" presId="urn:microsoft.com/office/officeart/2018/2/layout/IconVerticalSolidList"/>
    <dgm:cxn modelId="{E21939FC-BCD6-4A43-8D9E-43DFD8B2864A}" type="presParOf" srcId="{9A2C4F79-AA17-465B-950B-673E9F8363F9}" destId="{B28582D6-EFA6-4C60-AABA-54BFAC9FE117}" srcOrd="3" destOrd="0" presId="urn:microsoft.com/office/officeart/2018/2/layout/IconVerticalSolidList"/>
    <dgm:cxn modelId="{DBCF3DB3-F79D-4B2D-A1DC-0BE1115720A5}" type="presParOf" srcId="{C3C0BE51-85B8-41CD-A202-30F3F41E795B}" destId="{A0384B27-23AF-4187-868D-1717BBEEF5E6}" srcOrd="9" destOrd="0" presId="urn:microsoft.com/office/officeart/2018/2/layout/IconVerticalSolidList"/>
    <dgm:cxn modelId="{16371122-9FF8-41DC-98E2-7B01074D81E0}" type="presParOf" srcId="{C3C0BE51-85B8-41CD-A202-30F3F41E795B}" destId="{36756FD7-2597-48DA-A9BB-46622DFE583B}" srcOrd="10" destOrd="0" presId="urn:microsoft.com/office/officeart/2018/2/layout/IconVerticalSolidList"/>
    <dgm:cxn modelId="{14C789EC-2770-47EC-955B-184BAF331747}" type="presParOf" srcId="{36756FD7-2597-48DA-A9BB-46622DFE583B}" destId="{AD3D723E-9E6F-4E85-816F-6ED67DBA2DAD}" srcOrd="0" destOrd="0" presId="urn:microsoft.com/office/officeart/2018/2/layout/IconVerticalSolidList"/>
    <dgm:cxn modelId="{C1B1AC83-75B6-4FB7-92FA-A0E3CF1F0448}" type="presParOf" srcId="{36756FD7-2597-48DA-A9BB-46622DFE583B}" destId="{5AB1F31A-A97F-4932-A77F-E0BC2145EC10}" srcOrd="1" destOrd="0" presId="urn:microsoft.com/office/officeart/2018/2/layout/IconVerticalSolidList"/>
    <dgm:cxn modelId="{809616A8-B162-4F90-B71A-CD9654B04F83}" type="presParOf" srcId="{36756FD7-2597-48DA-A9BB-46622DFE583B}" destId="{B92BC710-D8D2-4C55-9512-F762CCC20B8C}" srcOrd="2" destOrd="0" presId="urn:microsoft.com/office/officeart/2018/2/layout/IconVerticalSolidList"/>
    <dgm:cxn modelId="{98577638-D7B6-4160-B301-56D58DBDF2C7}" type="presParOf" srcId="{36756FD7-2597-48DA-A9BB-46622DFE583B}" destId="{922804D9-D187-4EB7-B8B6-22B14E10DEF3}"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2F7537F-1035-4837-9F60-112A2C741618}" type="doc">
      <dgm:prSet loTypeId="urn:microsoft.com/office/officeart/2005/8/layout/vList2" loCatId="list" qsTypeId="urn:microsoft.com/office/officeart/2005/8/quickstyle/simple5" qsCatId="simple" csTypeId="urn:microsoft.com/office/officeart/2005/8/colors/colorful5" csCatId="colorful"/>
      <dgm:spPr/>
      <dgm:t>
        <a:bodyPr/>
        <a:lstStyle/>
        <a:p>
          <a:endParaRPr lang="en-US"/>
        </a:p>
      </dgm:t>
    </dgm:pt>
    <dgm:pt modelId="{F0C3BEC2-2A44-4C54-A3D6-6CE93C798FF9}">
      <dgm:prSet custT="1"/>
      <dgm:spPr/>
      <dgm:t>
        <a:bodyPr/>
        <a:lstStyle/>
        <a:p>
          <a:r>
            <a:rPr lang="en-US" sz="3200" dirty="0"/>
            <a:t>Short/Long-term career goal.</a:t>
          </a:r>
        </a:p>
      </dgm:t>
    </dgm:pt>
    <dgm:pt modelId="{3182864B-911C-4FA7-89CF-4A4C4D869392}" type="parTrans" cxnId="{0E188E72-6D73-4976-815D-7B9DEF91189D}">
      <dgm:prSet/>
      <dgm:spPr/>
      <dgm:t>
        <a:bodyPr/>
        <a:lstStyle/>
        <a:p>
          <a:endParaRPr lang="en-US"/>
        </a:p>
      </dgm:t>
    </dgm:pt>
    <dgm:pt modelId="{FFDF6864-B3EC-4178-8868-025FF8414E90}" type="sibTrans" cxnId="{0E188E72-6D73-4976-815D-7B9DEF91189D}">
      <dgm:prSet/>
      <dgm:spPr/>
      <dgm:t>
        <a:bodyPr/>
        <a:lstStyle/>
        <a:p>
          <a:endParaRPr lang="en-US"/>
        </a:p>
      </dgm:t>
    </dgm:pt>
    <dgm:pt modelId="{734A2613-E092-4B23-8336-05D4C3FFEC09}">
      <dgm:prSet custT="1"/>
      <dgm:spPr/>
      <dgm:t>
        <a:bodyPr/>
        <a:lstStyle/>
        <a:p>
          <a:r>
            <a:rPr lang="en-US" sz="2000" dirty="0"/>
            <a:t>-Entry-level Cyber Security Analyst.</a:t>
          </a:r>
        </a:p>
      </dgm:t>
    </dgm:pt>
    <dgm:pt modelId="{069C026D-AC87-4613-A195-89D52ED37340}" type="parTrans" cxnId="{6154F1D6-BACA-42C8-9BF9-A3D8750E955B}">
      <dgm:prSet/>
      <dgm:spPr/>
      <dgm:t>
        <a:bodyPr/>
        <a:lstStyle/>
        <a:p>
          <a:endParaRPr lang="en-US"/>
        </a:p>
      </dgm:t>
    </dgm:pt>
    <dgm:pt modelId="{FC19F19C-C733-445B-B3BB-7D2BA6933BEE}" type="sibTrans" cxnId="{6154F1D6-BACA-42C8-9BF9-A3D8750E955B}">
      <dgm:prSet/>
      <dgm:spPr/>
      <dgm:t>
        <a:bodyPr/>
        <a:lstStyle/>
        <a:p>
          <a:endParaRPr lang="en-US"/>
        </a:p>
      </dgm:t>
    </dgm:pt>
    <dgm:pt modelId="{744AE979-481E-4C4B-829C-C22B53B3E1A8}">
      <dgm:prSet custT="1"/>
      <dgm:spPr/>
      <dgm:t>
        <a:bodyPr/>
        <a:lstStyle/>
        <a:p>
          <a:r>
            <a:rPr lang="en-US" sz="2000" dirty="0"/>
            <a:t>-Cyber Security Engineer. </a:t>
          </a:r>
        </a:p>
      </dgm:t>
    </dgm:pt>
    <dgm:pt modelId="{04FD269B-311A-4C83-92E5-15084AC19F3B}" type="parTrans" cxnId="{A85182F6-0B76-4DDA-85FD-7E054E9B930F}">
      <dgm:prSet/>
      <dgm:spPr/>
      <dgm:t>
        <a:bodyPr/>
        <a:lstStyle/>
        <a:p>
          <a:endParaRPr lang="en-US"/>
        </a:p>
      </dgm:t>
    </dgm:pt>
    <dgm:pt modelId="{A63C9FBF-E1F0-4308-916F-679949896B35}" type="sibTrans" cxnId="{A85182F6-0B76-4DDA-85FD-7E054E9B930F}">
      <dgm:prSet/>
      <dgm:spPr/>
      <dgm:t>
        <a:bodyPr/>
        <a:lstStyle/>
        <a:p>
          <a:endParaRPr lang="en-US"/>
        </a:p>
      </dgm:t>
    </dgm:pt>
    <dgm:pt modelId="{129279A9-13FD-4414-A450-F2827E5D5B8C}">
      <dgm:prSet custT="1"/>
      <dgm:spPr/>
      <dgm:t>
        <a:bodyPr/>
        <a:lstStyle/>
        <a:p>
          <a:r>
            <a:rPr lang="en-US" sz="3200" dirty="0"/>
            <a:t>Salary info.</a:t>
          </a:r>
        </a:p>
      </dgm:t>
    </dgm:pt>
    <dgm:pt modelId="{2CFF0D49-AA06-4AB1-97F0-F2D57E8A1080}" type="parTrans" cxnId="{B8C8C42F-9867-4E73-ADE0-50E98A18D0E7}">
      <dgm:prSet/>
      <dgm:spPr/>
      <dgm:t>
        <a:bodyPr/>
        <a:lstStyle/>
        <a:p>
          <a:endParaRPr lang="en-US"/>
        </a:p>
      </dgm:t>
    </dgm:pt>
    <dgm:pt modelId="{4BFA8E68-24D7-4145-A7BD-4E270787AEC6}" type="sibTrans" cxnId="{B8C8C42F-9867-4E73-ADE0-50E98A18D0E7}">
      <dgm:prSet/>
      <dgm:spPr/>
      <dgm:t>
        <a:bodyPr/>
        <a:lstStyle/>
        <a:p>
          <a:endParaRPr lang="en-US"/>
        </a:p>
      </dgm:t>
    </dgm:pt>
    <dgm:pt modelId="{B5D6327E-9902-462D-9A62-3191BC50A6A6}">
      <dgm:prSet custT="1"/>
      <dgm:spPr/>
      <dgm:t>
        <a:bodyPr/>
        <a:lstStyle/>
        <a:p>
          <a:r>
            <a:rPr lang="en-US" sz="2000" dirty="0"/>
            <a:t>-20-25$/</a:t>
          </a:r>
          <a:r>
            <a:rPr lang="en-US" sz="2000" dirty="0" err="1"/>
            <a:t>hr</a:t>
          </a:r>
          <a:endParaRPr lang="en-US" sz="2000" dirty="0"/>
        </a:p>
      </dgm:t>
    </dgm:pt>
    <dgm:pt modelId="{2ACE2170-4A16-4BEC-8FA6-EB8BB689B1A7}" type="parTrans" cxnId="{68AC0402-2C50-4A79-9B93-6D78DFA1CE55}">
      <dgm:prSet/>
      <dgm:spPr/>
      <dgm:t>
        <a:bodyPr/>
        <a:lstStyle/>
        <a:p>
          <a:endParaRPr lang="en-US"/>
        </a:p>
      </dgm:t>
    </dgm:pt>
    <dgm:pt modelId="{53F7DB17-F4C6-40AA-9070-B5AFBE5BC474}" type="sibTrans" cxnId="{68AC0402-2C50-4A79-9B93-6D78DFA1CE55}">
      <dgm:prSet/>
      <dgm:spPr/>
      <dgm:t>
        <a:bodyPr/>
        <a:lstStyle/>
        <a:p>
          <a:endParaRPr lang="en-US"/>
        </a:p>
      </dgm:t>
    </dgm:pt>
    <dgm:pt modelId="{51099324-3EA8-44BA-AF63-FEEC0C6D7714}">
      <dgm:prSet custT="1"/>
      <dgm:spPr/>
      <dgm:t>
        <a:bodyPr/>
        <a:lstStyle/>
        <a:p>
          <a:r>
            <a:rPr lang="en-US" sz="2000" dirty="0"/>
            <a:t>-150,000-190,000/</a:t>
          </a:r>
          <a:r>
            <a:rPr lang="en-US" sz="2000" dirty="0" err="1"/>
            <a:t>yr</a:t>
          </a:r>
          <a:endParaRPr lang="en-US" sz="2000" dirty="0"/>
        </a:p>
      </dgm:t>
    </dgm:pt>
    <dgm:pt modelId="{EDDCE2C1-6E11-4577-8B18-D5290F318917}" type="parTrans" cxnId="{3421A53B-4940-43F7-A010-DBC66687BFA0}">
      <dgm:prSet/>
      <dgm:spPr/>
      <dgm:t>
        <a:bodyPr/>
        <a:lstStyle/>
        <a:p>
          <a:endParaRPr lang="en-US"/>
        </a:p>
      </dgm:t>
    </dgm:pt>
    <dgm:pt modelId="{B6C91BDE-E08D-442A-BC7F-AF4DE59C61D7}" type="sibTrans" cxnId="{3421A53B-4940-43F7-A010-DBC66687BFA0}">
      <dgm:prSet/>
      <dgm:spPr/>
      <dgm:t>
        <a:bodyPr/>
        <a:lstStyle/>
        <a:p>
          <a:endParaRPr lang="en-US"/>
        </a:p>
      </dgm:t>
    </dgm:pt>
    <dgm:pt modelId="{8708FF19-9F50-4447-A70B-E177B3F6CC0F}" type="pres">
      <dgm:prSet presAssocID="{82F7537F-1035-4837-9F60-112A2C741618}" presName="linear" presStyleCnt="0">
        <dgm:presLayoutVars>
          <dgm:animLvl val="lvl"/>
          <dgm:resizeHandles val="exact"/>
        </dgm:presLayoutVars>
      </dgm:prSet>
      <dgm:spPr/>
    </dgm:pt>
    <dgm:pt modelId="{EE085EF0-C7F3-4DE2-B861-71DEC8D4C8D4}" type="pres">
      <dgm:prSet presAssocID="{F0C3BEC2-2A44-4C54-A3D6-6CE93C798FF9}" presName="parentText" presStyleLbl="node1" presStyleIdx="0" presStyleCnt="6" custLinFactY="-73637" custLinFactNeighborX="-921" custLinFactNeighborY="-100000">
        <dgm:presLayoutVars>
          <dgm:chMax val="0"/>
          <dgm:bulletEnabled val="1"/>
        </dgm:presLayoutVars>
      </dgm:prSet>
      <dgm:spPr/>
    </dgm:pt>
    <dgm:pt modelId="{CD90474E-A085-4830-A6FC-4123ADE6550D}" type="pres">
      <dgm:prSet presAssocID="{FFDF6864-B3EC-4178-8868-025FF8414E90}" presName="spacer" presStyleCnt="0"/>
      <dgm:spPr/>
    </dgm:pt>
    <dgm:pt modelId="{761F09DF-5407-4666-A2D7-C342D09872BD}" type="pres">
      <dgm:prSet presAssocID="{734A2613-E092-4B23-8336-05D4C3FFEC09}" presName="parentText" presStyleLbl="node1" presStyleIdx="1" presStyleCnt="6">
        <dgm:presLayoutVars>
          <dgm:chMax val="0"/>
          <dgm:bulletEnabled val="1"/>
        </dgm:presLayoutVars>
      </dgm:prSet>
      <dgm:spPr/>
    </dgm:pt>
    <dgm:pt modelId="{3FCFC96A-B440-42AD-AB06-FA15D488C873}" type="pres">
      <dgm:prSet presAssocID="{FC19F19C-C733-445B-B3BB-7D2BA6933BEE}" presName="spacer" presStyleCnt="0"/>
      <dgm:spPr/>
    </dgm:pt>
    <dgm:pt modelId="{D075B40E-2178-430D-95A5-6A6F691297DB}" type="pres">
      <dgm:prSet presAssocID="{744AE979-481E-4C4B-829C-C22B53B3E1A8}" presName="parentText" presStyleLbl="node1" presStyleIdx="2" presStyleCnt="6">
        <dgm:presLayoutVars>
          <dgm:chMax val="0"/>
          <dgm:bulletEnabled val="1"/>
        </dgm:presLayoutVars>
      </dgm:prSet>
      <dgm:spPr/>
    </dgm:pt>
    <dgm:pt modelId="{5FD3825A-B42E-4057-BBD6-FC1F47951FF5}" type="pres">
      <dgm:prSet presAssocID="{A63C9FBF-E1F0-4308-916F-679949896B35}" presName="spacer" presStyleCnt="0"/>
      <dgm:spPr/>
    </dgm:pt>
    <dgm:pt modelId="{992FD938-341D-4391-A517-DAF651BC4541}" type="pres">
      <dgm:prSet presAssocID="{129279A9-13FD-4414-A450-F2827E5D5B8C}" presName="parentText" presStyleLbl="node1" presStyleIdx="3" presStyleCnt="6">
        <dgm:presLayoutVars>
          <dgm:chMax val="0"/>
          <dgm:bulletEnabled val="1"/>
        </dgm:presLayoutVars>
      </dgm:prSet>
      <dgm:spPr/>
    </dgm:pt>
    <dgm:pt modelId="{58FF86FA-C709-4329-A074-66D4F593CF83}" type="pres">
      <dgm:prSet presAssocID="{4BFA8E68-24D7-4145-A7BD-4E270787AEC6}" presName="spacer" presStyleCnt="0"/>
      <dgm:spPr/>
    </dgm:pt>
    <dgm:pt modelId="{4A98BD69-B8B2-4B3B-9A4A-CCE17193B9B0}" type="pres">
      <dgm:prSet presAssocID="{B5D6327E-9902-462D-9A62-3191BC50A6A6}" presName="parentText" presStyleLbl="node1" presStyleIdx="4" presStyleCnt="6">
        <dgm:presLayoutVars>
          <dgm:chMax val="0"/>
          <dgm:bulletEnabled val="1"/>
        </dgm:presLayoutVars>
      </dgm:prSet>
      <dgm:spPr/>
    </dgm:pt>
    <dgm:pt modelId="{57FDD835-9FA9-4701-9BBD-4B9E71D65A23}" type="pres">
      <dgm:prSet presAssocID="{53F7DB17-F4C6-40AA-9070-B5AFBE5BC474}" presName="spacer" presStyleCnt="0"/>
      <dgm:spPr/>
    </dgm:pt>
    <dgm:pt modelId="{F082F102-799E-4F22-B21B-CB140F001E39}" type="pres">
      <dgm:prSet presAssocID="{51099324-3EA8-44BA-AF63-FEEC0C6D7714}" presName="parentText" presStyleLbl="node1" presStyleIdx="5" presStyleCnt="6">
        <dgm:presLayoutVars>
          <dgm:chMax val="0"/>
          <dgm:bulletEnabled val="1"/>
        </dgm:presLayoutVars>
      </dgm:prSet>
      <dgm:spPr/>
    </dgm:pt>
  </dgm:ptLst>
  <dgm:cxnLst>
    <dgm:cxn modelId="{68AC0402-2C50-4A79-9B93-6D78DFA1CE55}" srcId="{82F7537F-1035-4837-9F60-112A2C741618}" destId="{B5D6327E-9902-462D-9A62-3191BC50A6A6}" srcOrd="4" destOrd="0" parTransId="{2ACE2170-4A16-4BEC-8FA6-EB8BB689B1A7}" sibTransId="{53F7DB17-F4C6-40AA-9070-B5AFBE5BC474}"/>
    <dgm:cxn modelId="{600BF306-6965-4AC9-9E83-9704B175F98D}" type="presOf" srcId="{B5D6327E-9902-462D-9A62-3191BC50A6A6}" destId="{4A98BD69-B8B2-4B3B-9A4A-CCE17193B9B0}" srcOrd="0" destOrd="0" presId="urn:microsoft.com/office/officeart/2005/8/layout/vList2"/>
    <dgm:cxn modelId="{531CF31E-5028-4729-8CAC-D6CDA4EB126C}" type="presOf" srcId="{51099324-3EA8-44BA-AF63-FEEC0C6D7714}" destId="{F082F102-799E-4F22-B21B-CB140F001E39}" srcOrd="0" destOrd="0" presId="urn:microsoft.com/office/officeart/2005/8/layout/vList2"/>
    <dgm:cxn modelId="{B8C8C42F-9867-4E73-ADE0-50E98A18D0E7}" srcId="{82F7537F-1035-4837-9F60-112A2C741618}" destId="{129279A9-13FD-4414-A450-F2827E5D5B8C}" srcOrd="3" destOrd="0" parTransId="{2CFF0D49-AA06-4AB1-97F0-F2D57E8A1080}" sibTransId="{4BFA8E68-24D7-4145-A7BD-4E270787AEC6}"/>
    <dgm:cxn modelId="{3421A53B-4940-43F7-A010-DBC66687BFA0}" srcId="{82F7537F-1035-4837-9F60-112A2C741618}" destId="{51099324-3EA8-44BA-AF63-FEEC0C6D7714}" srcOrd="5" destOrd="0" parTransId="{EDDCE2C1-6E11-4577-8B18-D5290F318917}" sibTransId="{B6C91BDE-E08D-442A-BC7F-AF4DE59C61D7}"/>
    <dgm:cxn modelId="{D732E950-76E7-4E9C-BC85-C507A18FE273}" type="presOf" srcId="{129279A9-13FD-4414-A450-F2827E5D5B8C}" destId="{992FD938-341D-4391-A517-DAF651BC4541}" srcOrd="0" destOrd="0" presId="urn:microsoft.com/office/officeart/2005/8/layout/vList2"/>
    <dgm:cxn modelId="{0E188E72-6D73-4976-815D-7B9DEF91189D}" srcId="{82F7537F-1035-4837-9F60-112A2C741618}" destId="{F0C3BEC2-2A44-4C54-A3D6-6CE93C798FF9}" srcOrd="0" destOrd="0" parTransId="{3182864B-911C-4FA7-89CF-4A4C4D869392}" sibTransId="{FFDF6864-B3EC-4178-8868-025FF8414E90}"/>
    <dgm:cxn modelId="{8FE46F9E-5700-4BE0-99C8-4BE2C54C381E}" type="presOf" srcId="{744AE979-481E-4C4B-829C-C22B53B3E1A8}" destId="{D075B40E-2178-430D-95A5-6A6F691297DB}" srcOrd="0" destOrd="0" presId="urn:microsoft.com/office/officeart/2005/8/layout/vList2"/>
    <dgm:cxn modelId="{CB9376A6-2EC2-42AE-8CD3-5117F8BE7F8D}" type="presOf" srcId="{82F7537F-1035-4837-9F60-112A2C741618}" destId="{8708FF19-9F50-4447-A70B-E177B3F6CC0F}" srcOrd="0" destOrd="0" presId="urn:microsoft.com/office/officeart/2005/8/layout/vList2"/>
    <dgm:cxn modelId="{6154F1D6-BACA-42C8-9BF9-A3D8750E955B}" srcId="{82F7537F-1035-4837-9F60-112A2C741618}" destId="{734A2613-E092-4B23-8336-05D4C3FFEC09}" srcOrd="1" destOrd="0" parTransId="{069C026D-AC87-4613-A195-89D52ED37340}" sibTransId="{FC19F19C-C733-445B-B3BB-7D2BA6933BEE}"/>
    <dgm:cxn modelId="{A97F15EE-FC2A-4816-8132-B37FBF79525C}" type="presOf" srcId="{734A2613-E092-4B23-8336-05D4C3FFEC09}" destId="{761F09DF-5407-4666-A2D7-C342D09872BD}" srcOrd="0" destOrd="0" presId="urn:microsoft.com/office/officeart/2005/8/layout/vList2"/>
    <dgm:cxn modelId="{CD4B4BEF-AA42-477A-8C8F-B8631FAFCB87}" type="presOf" srcId="{F0C3BEC2-2A44-4C54-A3D6-6CE93C798FF9}" destId="{EE085EF0-C7F3-4DE2-B861-71DEC8D4C8D4}" srcOrd="0" destOrd="0" presId="urn:microsoft.com/office/officeart/2005/8/layout/vList2"/>
    <dgm:cxn modelId="{A85182F6-0B76-4DDA-85FD-7E054E9B930F}" srcId="{82F7537F-1035-4837-9F60-112A2C741618}" destId="{744AE979-481E-4C4B-829C-C22B53B3E1A8}" srcOrd="2" destOrd="0" parTransId="{04FD269B-311A-4C83-92E5-15084AC19F3B}" sibTransId="{A63C9FBF-E1F0-4308-916F-679949896B35}"/>
    <dgm:cxn modelId="{82B9DAEF-B85F-41F9-9643-A3EBC1F9B092}" type="presParOf" srcId="{8708FF19-9F50-4447-A70B-E177B3F6CC0F}" destId="{EE085EF0-C7F3-4DE2-B861-71DEC8D4C8D4}" srcOrd="0" destOrd="0" presId="urn:microsoft.com/office/officeart/2005/8/layout/vList2"/>
    <dgm:cxn modelId="{4C7EC861-ADCB-4F0E-81C3-5EF1542100F6}" type="presParOf" srcId="{8708FF19-9F50-4447-A70B-E177B3F6CC0F}" destId="{CD90474E-A085-4830-A6FC-4123ADE6550D}" srcOrd="1" destOrd="0" presId="urn:microsoft.com/office/officeart/2005/8/layout/vList2"/>
    <dgm:cxn modelId="{F3550D53-0674-4CB9-81E1-52A76F5F0E68}" type="presParOf" srcId="{8708FF19-9F50-4447-A70B-E177B3F6CC0F}" destId="{761F09DF-5407-4666-A2D7-C342D09872BD}" srcOrd="2" destOrd="0" presId="urn:microsoft.com/office/officeart/2005/8/layout/vList2"/>
    <dgm:cxn modelId="{54A2A652-293F-4C03-A9F7-424B115700C9}" type="presParOf" srcId="{8708FF19-9F50-4447-A70B-E177B3F6CC0F}" destId="{3FCFC96A-B440-42AD-AB06-FA15D488C873}" srcOrd="3" destOrd="0" presId="urn:microsoft.com/office/officeart/2005/8/layout/vList2"/>
    <dgm:cxn modelId="{B6B3A7C2-1C44-43C1-BCFB-DDD55A4278A0}" type="presParOf" srcId="{8708FF19-9F50-4447-A70B-E177B3F6CC0F}" destId="{D075B40E-2178-430D-95A5-6A6F691297DB}" srcOrd="4" destOrd="0" presId="urn:microsoft.com/office/officeart/2005/8/layout/vList2"/>
    <dgm:cxn modelId="{B76CA86E-5CCE-47E1-A411-A26E0C587634}" type="presParOf" srcId="{8708FF19-9F50-4447-A70B-E177B3F6CC0F}" destId="{5FD3825A-B42E-4057-BBD6-FC1F47951FF5}" srcOrd="5" destOrd="0" presId="urn:microsoft.com/office/officeart/2005/8/layout/vList2"/>
    <dgm:cxn modelId="{230D4902-7B73-439C-95BA-24F8F8792709}" type="presParOf" srcId="{8708FF19-9F50-4447-A70B-E177B3F6CC0F}" destId="{992FD938-341D-4391-A517-DAF651BC4541}" srcOrd="6" destOrd="0" presId="urn:microsoft.com/office/officeart/2005/8/layout/vList2"/>
    <dgm:cxn modelId="{B2E1DB9F-9C6E-42D8-9EC1-5EDD3750ADF1}" type="presParOf" srcId="{8708FF19-9F50-4447-A70B-E177B3F6CC0F}" destId="{58FF86FA-C709-4329-A074-66D4F593CF83}" srcOrd="7" destOrd="0" presId="urn:microsoft.com/office/officeart/2005/8/layout/vList2"/>
    <dgm:cxn modelId="{70C61CEC-E9AE-4365-814D-A511125FD16C}" type="presParOf" srcId="{8708FF19-9F50-4447-A70B-E177B3F6CC0F}" destId="{4A98BD69-B8B2-4B3B-9A4A-CCE17193B9B0}" srcOrd="8" destOrd="0" presId="urn:microsoft.com/office/officeart/2005/8/layout/vList2"/>
    <dgm:cxn modelId="{B299072D-6258-48B0-93C0-D4FDA92622B2}" type="presParOf" srcId="{8708FF19-9F50-4447-A70B-E177B3F6CC0F}" destId="{57FDD835-9FA9-4701-9BBD-4B9E71D65A23}" srcOrd="9" destOrd="0" presId="urn:microsoft.com/office/officeart/2005/8/layout/vList2"/>
    <dgm:cxn modelId="{0EB1EC8C-F30D-4DE7-9C8A-11D6C3FABFB0}" type="presParOf" srcId="{8708FF19-9F50-4447-A70B-E177B3F6CC0F}" destId="{F082F102-799E-4F22-B21B-CB140F001E39}" srcOrd="10"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909AC20-B8B9-47C6-9304-F9E1620EF029}" type="doc">
      <dgm:prSet loTypeId="urn:microsoft.com/office/officeart/2005/8/layout/vList2" loCatId="list" qsTypeId="urn:microsoft.com/office/officeart/2005/8/quickstyle/simple4" qsCatId="simple" csTypeId="urn:microsoft.com/office/officeart/2005/8/colors/colorful5" csCatId="colorful" phldr="1"/>
      <dgm:spPr/>
      <dgm:t>
        <a:bodyPr/>
        <a:lstStyle/>
        <a:p>
          <a:endParaRPr lang="en-US"/>
        </a:p>
      </dgm:t>
    </dgm:pt>
    <dgm:pt modelId="{02C4F668-C025-4704-8D7C-238A01625413}">
      <dgm:prSet custT="1"/>
      <dgm:spPr/>
      <dgm:t>
        <a:bodyPr/>
        <a:lstStyle/>
        <a:p>
          <a:r>
            <a:rPr lang="en-US" sz="3200" dirty="0"/>
            <a:t>Recent Job search and requirements: (Liberty Mutual Insurance)</a:t>
          </a:r>
        </a:p>
      </dgm:t>
    </dgm:pt>
    <dgm:pt modelId="{95D10576-0E06-42ED-8AB5-0F7DC8C8F019}" type="parTrans" cxnId="{F9211CD5-5531-4C3B-A6C3-DA69F9B56E1B}">
      <dgm:prSet/>
      <dgm:spPr/>
      <dgm:t>
        <a:bodyPr/>
        <a:lstStyle/>
        <a:p>
          <a:endParaRPr lang="en-US"/>
        </a:p>
      </dgm:t>
    </dgm:pt>
    <dgm:pt modelId="{2A06184A-6868-4C43-AD14-98950E4C0C3C}" type="sibTrans" cxnId="{F9211CD5-5531-4C3B-A6C3-DA69F9B56E1B}">
      <dgm:prSet/>
      <dgm:spPr/>
      <dgm:t>
        <a:bodyPr/>
        <a:lstStyle/>
        <a:p>
          <a:endParaRPr lang="en-US"/>
        </a:p>
      </dgm:t>
    </dgm:pt>
    <dgm:pt modelId="{8EE443A2-788F-4710-A7B4-764AA4F32606}">
      <dgm:prSet custT="1"/>
      <dgm:spPr/>
      <dgm:t>
        <a:bodyPr/>
        <a:lstStyle/>
        <a:p>
          <a:r>
            <a:rPr lang="en-US" sz="2000" dirty="0"/>
            <a:t>-Certification: </a:t>
          </a:r>
          <a:r>
            <a:rPr lang="en-US" sz="2000" i="0" dirty="0"/>
            <a:t>GCIH</a:t>
          </a:r>
          <a:r>
            <a:rPr lang="en-US" sz="2000" dirty="0"/>
            <a:t>, </a:t>
          </a:r>
          <a:r>
            <a:rPr lang="en-US" sz="2000" i="0" dirty="0"/>
            <a:t>GCFA, Certified Personal Trainer, </a:t>
          </a:r>
          <a:endParaRPr lang="en-US" sz="2000" dirty="0"/>
        </a:p>
      </dgm:t>
    </dgm:pt>
    <dgm:pt modelId="{578ECE3E-2EAC-4124-93D7-03FD9896337B}" type="parTrans" cxnId="{9817D391-1140-4B54-9EA0-FAB0AAD96F43}">
      <dgm:prSet/>
      <dgm:spPr/>
      <dgm:t>
        <a:bodyPr/>
        <a:lstStyle/>
        <a:p>
          <a:endParaRPr lang="en-US"/>
        </a:p>
      </dgm:t>
    </dgm:pt>
    <dgm:pt modelId="{B47B0AE8-5570-4F6C-B9C5-4F1D1CFAAEA5}" type="sibTrans" cxnId="{9817D391-1140-4B54-9EA0-FAB0AAD96F43}">
      <dgm:prSet/>
      <dgm:spPr/>
      <dgm:t>
        <a:bodyPr/>
        <a:lstStyle/>
        <a:p>
          <a:endParaRPr lang="en-US"/>
        </a:p>
      </dgm:t>
    </dgm:pt>
    <dgm:pt modelId="{5E09AB77-E6DC-418C-A16A-F49AD58BABE8}">
      <dgm:prSet custT="1"/>
      <dgm:spPr/>
      <dgm:t>
        <a:bodyPr/>
        <a:lstStyle/>
        <a:p>
          <a:r>
            <a:rPr lang="en-US" sz="2000" dirty="0"/>
            <a:t>-Experience: 7 years of relevant experience.</a:t>
          </a:r>
        </a:p>
      </dgm:t>
    </dgm:pt>
    <dgm:pt modelId="{63482330-E05E-4899-9332-41C15DC5AC2D}" type="parTrans" cxnId="{322205A2-DDA6-43EA-83CB-89D9A1EB0302}">
      <dgm:prSet/>
      <dgm:spPr/>
      <dgm:t>
        <a:bodyPr/>
        <a:lstStyle/>
        <a:p>
          <a:endParaRPr lang="en-US"/>
        </a:p>
      </dgm:t>
    </dgm:pt>
    <dgm:pt modelId="{65340C45-8CF8-436F-AA7B-0FB7E4EA4DA8}" type="sibTrans" cxnId="{322205A2-DDA6-43EA-83CB-89D9A1EB0302}">
      <dgm:prSet/>
      <dgm:spPr/>
      <dgm:t>
        <a:bodyPr/>
        <a:lstStyle/>
        <a:p>
          <a:endParaRPr lang="en-US"/>
        </a:p>
      </dgm:t>
    </dgm:pt>
    <dgm:pt modelId="{B065FD26-5BEA-426C-A8D1-FDF9CDC458C5}">
      <dgm:prSet custT="1"/>
      <dgm:spPr/>
      <dgm:t>
        <a:bodyPr/>
        <a:lstStyle/>
        <a:p>
          <a:r>
            <a:rPr lang="en-US" sz="2000" dirty="0"/>
            <a:t>-Education: </a:t>
          </a:r>
          <a:r>
            <a:rPr lang="en-US" sz="2000" b="0" i="0" dirty="0"/>
            <a:t>College-level degree in Computer Science, Computer Engineering, Information Security, or other related disciplines</a:t>
          </a:r>
          <a:endParaRPr lang="en-US" sz="2000" dirty="0"/>
        </a:p>
      </dgm:t>
    </dgm:pt>
    <dgm:pt modelId="{8164F255-937A-4BC3-9CDB-CCDE56114693}" type="parTrans" cxnId="{3B213A25-B0D5-4DF6-9303-2CA6C044F24C}">
      <dgm:prSet/>
      <dgm:spPr/>
      <dgm:t>
        <a:bodyPr/>
        <a:lstStyle/>
        <a:p>
          <a:endParaRPr lang="en-US"/>
        </a:p>
      </dgm:t>
    </dgm:pt>
    <dgm:pt modelId="{297C864C-6FB2-4E09-B942-14173FFBA3D4}" type="sibTrans" cxnId="{3B213A25-B0D5-4DF6-9303-2CA6C044F24C}">
      <dgm:prSet/>
      <dgm:spPr/>
      <dgm:t>
        <a:bodyPr/>
        <a:lstStyle/>
        <a:p>
          <a:endParaRPr lang="en-US"/>
        </a:p>
      </dgm:t>
    </dgm:pt>
    <dgm:pt modelId="{7803DA76-EA88-43FF-B5F4-7166DC387E69}">
      <dgm:prSet custT="1"/>
      <dgm:spPr/>
      <dgm:t>
        <a:bodyPr/>
        <a:lstStyle/>
        <a:p>
          <a:r>
            <a:rPr lang="en-US" sz="2000" dirty="0"/>
            <a:t>-</a:t>
          </a:r>
          <a:r>
            <a:rPr lang="en-US" sz="2000" b="0" i="0" dirty="0"/>
            <a:t>Demonstrable knowledge: cybersecurity concepts, network protocols, firewalls, IDS/IPS systems, email security, endpoint security, network security, Windows/Linux/macOS systems, cyber threat hunting, malware analysis tools, and techniques. </a:t>
          </a:r>
          <a:endParaRPr lang="en-US" sz="2000" dirty="0"/>
        </a:p>
      </dgm:t>
    </dgm:pt>
    <dgm:pt modelId="{96DE7C21-6085-4062-AE63-F2139AC754F7}" type="parTrans" cxnId="{D936F8CD-CB0F-4BFE-87D7-CCF1CEF2607C}">
      <dgm:prSet/>
      <dgm:spPr/>
      <dgm:t>
        <a:bodyPr/>
        <a:lstStyle/>
        <a:p>
          <a:endParaRPr lang="en-US"/>
        </a:p>
      </dgm:t>
    </dgm:pt>
    <dgm:pt modelId="{007C6013-D399-474D-8D16-6FDC42DDD530}" type="sibTrans" cxnId="{D936F8CD-CB0F-4BFE-87D7-CCF1CEF2607C}">
      <dgm:prSet/>
      <dgm:spPr/>
      <dgm:t>
        <a:bodyPr/>
        <a:lstStyle/>
        <a:p>
          <a:endParaRPr lang="en-US"/>
        </a:p>
      </dgm:t>
    </dgm:pt>
    <dgm:pt modelId="{98B8C130-968A-459E-971D-4BE0FAECDF82}" type="pres">
      <dgm:prSet presAssocID="{B909AC20-B8B9-47C6-9304-F9E1620EF029}" presName="linear" presStyleCnt="0">
        <dgm:presLayoutVars>
          <dgm:animLvl val="lvl"/>
          <dgm:resizeHandles val="exact"/>
        </dgm:presLayoutVars>
      </dgm:prSet>
      <dgm:spPr/>
    </dgm:pt>
    <dgm:pt modelId="{9794FF71-E802-49FC-9D5A-DE220861F7C2}" type="pres">
      <dgm:prSet presAssocID="{02C4F668-C025-4704-8D7C-238A01625413}" presName="parentText" presStyleLbl="node1" presStyleIdx="0" presStyleCnt="5" custScaleY="196201" custLinFactY="-39192" custLinFactNeighborX="-62550" custLinFactNeighborY="-100000">
        <dgm:presLayoutVars>
          <dgm:chMax val="0"/>
          <dgm:bulletEnabled val="1"/>
        </dgm:presLayoutVars>
      </dgm:prSet>
      <dgm:spPr/>
    </dgm:pt>
    <dgm:pt modelId="{5CAB2B7D-D9D0-4D6B-9C05-F5C7F60EB2DE}" type="pres">
      <dgm:prSet presAssocID="{2A06184A-6868-4C43-AD14-98950E4C0C3C}" presName="spacer" presStyleCnt="0"/>
      <dgm:spPr/>
    </dgm:pt>
    <dgm:pt modelId="{D9F60F2C-92BB-42F2-8B74-92AF9BE5DC76}" type="pres">
      <dgm:prSet presAssocID="{8EE443A2-788F-4710-A7B4-764AA4F32606}" presName="parentText" presStyleLbl="node1" presStyleIdx="1" presStyleCnt="5">
        <dgm:presLayoutVars>
          <dgm:chMax val="0"/>
          <dgm:bulletEnabled val="1"/>
        </dgm:presLayoutVars>
      </dgm:prSet>
      <dgm:spPr/>
    </dgm:pt>
    <dgm:pt modelId="{12C3862D-2758-42D6-BCE9-4C2CDEC5F3BF}" type="pres">
      <dgm:prSet presAssocID="{B47B0AE8-5570-4F6C-B9C5-4F1D1CFAAEA5}" presName="spacer" presStyleCnt="0"/>
      <dgm:spPr/>
    </dgm:pt>
    <dgm:pt modelId="{8386DC12-68D6-450D-99BC-2204F9D373FF}" type="pres">
      <dgm:prSet presAssocID="{5E09AB77-E6DC-418C-A16A-F49AD58BABE8}" presName="parentText" presStyleLbl="node1" presStyleIdx="2" presStyleCnt="5">
        <dgm:presLayoutVars>
          <dgm:chMax val="0"/>
          <dgm:bulletEnabled val="1"/>
        </dgm:presLayoutVars>
      </dgm:prSet>
      <dgm:spPr/>
    </dgm:pt>
    <dgm:pt modelId="{BF03AE00-3096-446F-BE68-3BD64A5B54D3}" type="pres">
      <dgm:prSet presAssocID="{65340C45-8CF8-436F-AA7B-0FB7E4EA4DA8}" presName="spacer" presStyleCnt="0"/>
      <dgm:spPr/>
    </dgm:pt>
    <dgm:pt modelId="{1A07A9E4-DABA-4A7E-821E-4C081DDFD4B7}" type="pres">
      <dgm:prSet presAssocID="{B065FD26-5BEA-426C-A8D1-FDF9CDC458C5}" presName="parentText" presStyleLbl="node1" presStyleIdx="3" presStyleCnt="5">
        <dgm:presLayoutVars>
          <dgm:chMax val="0"/>
          <dgm:bulletEnabled val="1"/>
        </dgm:presLayoutVars>
      </dgm:prSet>
      <dgm:spPr/>
    </dgm:pt>
    <dgm:pt modelId="{B1C05248-44F6-4131-B10E-CA4DC053283E}" type="pres">
      <dgm:prSet presAssocID="{297C864C-6FB2-4E09-B942-14173FFBA3D4}" presName="spacer" presStyleCnt="0"/>
      <dgm:spPr/>
    </dgm:pt>
    <dgm:pt modelId="{887E6A29-211B-4709-996F-A3DA47456FBF}" type="pres">
      <dgm:prSet presAssocID="{7803DA76-EA88-43FF-B5F4-7166DC387E69}" presName="parentText" presStyleLbl="node1" presStyleIdx="4" presStyleCnt="5">
        <dgm:presLayoutVars>
          <dgm:chMax val="0"/>
          <dgm:bulletEnabled val="1"/>
        </dgm:presLayoutVars>
      </dgm:prSet>
      <dgm:spPr/>
    </dgm:pt>
  </dgm:ptLst>
  <dgm:cxnLst>
    <dgm:cxn modelId="{AE7B0517-DDC8-4DBC-A376-CA80E63B88D4}" type="presOf" srcId="{B065FD26-5BEA-426C-A8D1-FDF9CDC458C5}" destId="{1A07A9E4-DABA-4A7E-821E-4C081DDFD4B7}" srcOrd="0" destOrd="0" presId="urn:microsoft.com/office/officeart/2005/8/layout/vList2"/>
    <dgm:cxn modelId="{3B213A25-B0D5-4DF6-9303-2CA6C044F24C}" srcId="{B909AC20-B8B9-47C6-9304-F9E1620EF029}" destId="{B065FD26-5BEA-426C-A8D1-FDF9CDC458C5}" srcOrd="3" destOrd="0" parTransId="{8164F255-937A-4BC3-9CDB-CCDE56114693}" sibTransId="{297C864C-6FB2-4E09-B942-14173FFBA3D4}"/>
    <dgm:cxn modelId="{FE899867-3BA6-4691-9BB6-064699EBC021}" type="presOf" srcId="{8EE443A2-788F-4710-A7B4-764AA4F32606}" destId="{D9F60F2C-92BB-42F2-8B74-92AF9BE5DC76}" srcOrd="0" destOrd="0" presId="urn:microsoft.com/office/officeart/2005/8/layout/vList2"/>
    <dgm:cxn modelId="{4CECA98E-462E-4E8A-B016-2FF4504BDFEB}" type="presOf" srcId="{02C4F668-C025-4704-8D7C-238A01625413}" destId="{9794FF71-E802-49FC-9D5A-DE220861F7C2}" srcOrd="0" destOrd="0" presId="urn:microsoft.com/office/officeart/2005/8/layout/vList2"/>
    <dgm:cxn modelId="{9817D391-1140-4B54-9EA0-FAB0AAD96F43}" srcId="{B909AC20-B8B9-47C6-9304-F9E1620EF029}" destId="{8EE443A2-788F-4710-A7B4-764AA4F32606}" srcOrd="1" destOrd="0" parTransId="{578ECE3E-2EAC-4124-93D7-03FD9896337B}" sibTransId="{B47B0AE8-5570-4F6C-B9C5-4F1D1CFAAEA5}"/>
    <dgm:cxn modelId="{244CC99F-A862-4364-9A6A-EB727242BB57}" type="presOf" srcId="{B909AC20-B8B9-47C6-9304-F9E1620EF029}" destId="{98B8C130-968A-459E-971D-4BE0FAECDF82}" srcOrd="0" destOrd="0" presId="urn:microsoft.com/office/officeart/2005/8/layout/vList2"/>
    <dgm:cxn modelId="{322205A2-DDA6-43EA-83CB-89D9A1EB0302}" srcId="{B909AC20-B8B9-47C6-9304-F9E1620EF029}" destId="{5E09AB77-E6DC-418C-A16A-F49AD58BABE8}" srcOrd="2" destOrd="0" parTransId="{63482330-E05E-4899-9332-41C15DC5AC2D}" sibTransId="{65340C45-8CF8-436F-AA7B-0FB7E4EA4DA8}"/>
    <dgm:cxn modelId="{D936F8CD-CB0F-4BFE-87D7-CCF1CEF2607C}" srcId="{B909AC20-B8B9-47C6-9304-F9E1620EF029}" destId="{7803DA76-EA88-43FF-B5F4-7166DC387E69}" srcOrd="4" destOrd="0" parTransId="{96DE7C21-6085-4062-AE63-F2139AC754F7}" sibTransId="{007C6013-D399-474D-8D16-6FDC42DDD530}"/>
    <dgm:cxn modelId="{F9211CD5-5531-4C3B-A6C3-DA69F9B56E1B}" srcId="{B909AC20-B8B9-47C6-9304-F9E1620EF029}" destId="{02C4F668-C025-4704-8D7C-238A01625413}" srcOrd="0" destOrd="0" parTransId="{95D10576-0E06-42ED-8AB5-0F7DC8C8F019}" sibTransId="{2A06184A-6868-4C43-AD14-98950E4C0C3C}"/>
    <dgm:cxn modelId="{9CFB83D9-4733-4CBF-B722-D0D404BDE265}" type="presOf" srcId="{7803DA76-EA88-43FF-B5F4-7166DC387E69}" destId="{887E6A29-211B-4709-996F-A3DA47456FBF}" srcOrd="0" destOrd="0" presId="urn:microsoft.com/office/officeart/2005/8/layout/vList2"/>
    <dgm:cxn modelId="{935955DC-EEF8-4F76-9081-AEF551B740BF}" type="presOf" srcId="{5E09AB77-E6DC-418C-A16A-F49AD58BABE8}" destId="{8386DC12-68D6-450D-99BC-2204F9D373FF}" srcOrd="0" destOrd="0" presId="urn:microsoft.com/office/officeart/2005/8/layout/vList2"/>
    <dgm:cxn modelId="{7F9421EE-62B6-4948-9B06-1CFABCE90474}" type="presParOf" srcId="{98B8C130-968A-459E-971D-4BE0FAECDF82}" destId="{9794FF71-E802-49FC-9D5A-DE220861F7C2}" srcOrd="0" destOrd="0" presId="urn:microsoft.com/office/officeart/2005/8/layout/vList2"/>
    <dgm:cxn modelId="{4C754452-36BD-4228-8A7A-28B0D178D6D5}" type="presParOf" srcId="{98B8C130-968A-459E-971D-4BE0FAECDF82}" destId="{5CAB2B7D-D9D0-4D6B-9C05-F5C7F60EB2DE}" srcOrd="1" destOrd="0" presId="urn:microsoft.com/office/officeart/2005/8/layout/vList2"/>
    <dgm:cxn modelId="{22C11A2E-A5A5-4228-BA8D-E7C83BBA4376}" type="presParOf" srcId="{98B8C130-968A-459E-971D-4BE0FAECDF82}" destId="{D9F60F2C-92BB-42F2-8B74-92AF9BE5DC76}" srcOrd="2" destOrd="0" presId="urn:microsoft.com/office/officeart/2005/8/layout/vList2"/>
    <dgm:cxn modelId="{1F450B7D-BB5C-4F06-BB0E-F5D9CA03CB93}" type="presParOf" srcId="{98B8C130-968A-459E-971D-4BE0FAECDF82}" destId="{12C3862D-2758-42D6-BCE9-4C2CDEC5F3BF}" srcOrd="3" destOrd="0" presId="urn:microsoft.com/office/officeart/2005/8/layout/vList2"/>
    <dgm:cxn modelId="{9D597E6F-0532-4A35-8F06-72D5E9D9FF80}" type="presParOf" srcId="{98B8C130-968A-459E-971D-4BE0FAECDF82}" destId="{8386DC12-68D6-450D-99BC-2204F9D373FF}" srcOrd="4" destOrd="0" presId="urn:microsoft.com/office/officeart/2005/8/layout/vList2"/>
    <dgm:cxn modelId="{3D534C63-1388-4E24-9AA0-D35DC048777F}" type="presParOf" srcId="{98B8C130-968A-459E-971D-4BE0FAECDF82}" destId="{BF03AE00-3096-446F-BE68-3BD64A5B54D3}" srcOrd="5" destOrd="0" presId="urn:microsoft.com/office/officeart/2005/8/layout/vList2"/>
    <dgm:cxn modelId="{59826BDC-D015-4048-8251-D3B1F452E4CB}" type="presParOf" srcId="{98B8C130-968A-459E-971D-4BE0FAECDF82}" destId="{1A07A9E4-DABA-4A7E-821E-4C081DDFD4B7}" srcOrd="6" destOrd="0" presId="urn:microsoft.com/office/officeart/2005/8/layout/vList2"/>
    <dgm:cxn modelId="{B9A3884B-C58D-40A8-8CF6-655A7217A7EA}" type="presParOf" srcId="{98B8C130-968A-459E-971D-4BE0FAECDF82}" destId="{B1C05248-44F6-4131-B10E-CA4DC053283E}" srcOrd="7" destOrd="0" presId="urn:microsoft.com/office/officeart/2005/8/layout/vList2"/>
    <dgm:cxn modelId="{02884C59-96E8-429D-9CC6-426CD8A5A238}" type="presParOf" srcId="{98B8C130-968A-459E-971D-4BE0FAECDF82}" destId="{887E6A29-211B-4709-996F-A3DA47456FBF}" srcOrd="8"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AABC5D6-B18E-4843-83D9-D9E459BF30CC}">
      <dsp:nvSpPr>
        <dsp:cNvPr id="0" name=""/>
        <dsp:cNvSpPr/>
      </dsp:nvSpPr>
      <dsp:spPr>
        <a:xfrm>
          <a:off x="0" y="1376"/>
          <a:ext cx="9115590" cy="58652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30F2D50-2CC3-478F-B102-3F5270080876}">
      <dsp:nvSpPr>
        <dsp:cNvPr id="0" name=""/>
        <dsp:cNvSpPr/>
      </dsp:nvSpPr>
      <dsp:spPr>
        <a:xfrm>
          <a:off x="177422" y="133343"/>
          <a:ext cx="322586" cy="32258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63A1C41-C087-433C-982D-B7993056CEC5}">
      <dsp:nvSpPr>
        <dsp:cNvPr id="0" name=""/>
        <dsp:cNvSpPr/>
      </dsp:nvSpPr>
      <dsp:spPr>
        <a:xfrm>
          <a:off x="677430" y="1376"/>
          <a:ext cx="8438159" cy="5865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2073" tIns="62073" rIns="62073" bIns="62073" numCol="1" spcCol="1270" anchor="ctr" anchorCtr="0">
          <a:noAutofit/>
        </a:bodyPr>
        <a:lstStyle/>
        <a:p>
          <a:pPr marL="0" lvl="0" indent="0" algn="l" defTabSz="1066800">
            <a:lnSpc>
              <a:spcPct val="100000"/>
            </a:lnSpc>
            <a:spcBef>
              <a:spcPct val="0"/>
            </a:spcBef>
            <a:spcAft>
              <a:spcPct val="35000"/>
            </a:spcAft>
            <a:buNone/>
          </a:pPr>
          <a:r>
            <a:rPr lang="en-US" sz="2400" kern="1200" dirty="0"/>
            <a:t>Why this program?</a:t>
          </a:r>
        </a:p>
      </dsp:txBody>
      <dsp:txXfrm>
        <a:off x="677430" y="1376"/>
        <a:ext cx="8438159" cy="586520"/>
      </dsp:txXfrm>
    </dsp:sp>
    <dsp:sp modelId="{96102761-1CE9-4812-A508-A15D139B96EE}">
      <dsp:nvSpPr>
        <dsp:cNvPr id="0" name=""/>
        <dsp:cNvSpPr/>
      </dsp:nvSpPr>
      <dsp:spPr>
        <a:xfrm>
          <a:off x="0" y="734526"/>
          <a:ext cx="9115590" cy="58652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357F6B7-EED8-4B9B-8878-37E2B3A95F00}">
      <dsp:nvSpPr>
        <dsp:cNvPr id="0" name=""/>
        <dsp:cNvSpPr/>
      </dsp:nvSpPr>
      <dsp:spPr>
        <a:xfrm>
          <a:off x="177422" y="866493"/>
          <a:ext cx="322586" cy="32258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D50A5A4-0F33-40B4-8421-E3C551B5016C}">
      <dsp:nvSpPr>
        <dsp:cNvPr id="0" name=""/>
        <dsp:cNvSpPr/>
      </dsp:nvSpPr>
      <dsp:spPr>
        <a:xfrm>
          <a:off x="677430" y="734526"/>
          <a:ext cx="8438159" cy="5865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2073" tIns="62073" rIns="62073" bIns="62073" numCol="1" spcCol="1270" anchor="ctr" anchorCtr="0">
          <a:noAutofit/>
        </a:bodyPr>
        <a:lstStyle/>
        <a:p>
          <a:pPr marL="0" lvl="0" indent="0" algn="l" defTabSz="1066800">
            <a:lnSpc>
              <a:spcPct val="100000"/>
            </a:lnSpc>
            <a:spcBef>
              <a:spcPct val="0"/>
            </a:spcBef>
            <a:spcAft>
              <a:spcPct val="35000"/>
            </a:spcAft>
            <a:buNone/>
          </a:pPr>
          <a:r>
            <a:rPr lang="en-US" sz="2400" kern="1200" dirty="0"/>
            <a:t>-like to troubleshoot and take challenges,</a:t>
          </a:r>
        </a:p>
      </dsp:txBody>
      <dsp:txXfrm>
        <a:off x="677430" y="734526"/>
        <a:ext cx="8438159" cy="586520"/>
      </dsp:txXfrm>
    </dsp:sp>
    <dsp:sp modelId="{8F1E3DC2-9E0B-4761-901C-6086FFB7F5BE}">
      <dsp:nvSpPr>
        <dsp:cNvPr id="0" name=""/>
        <dsp:cNvSpPr/>
      </dsp:nvSpPr>
      <dsp:spPr>
        <a:xfrm>
          <a:off x="0" y="1467676"/>
          <a:ext cx="9115590" cy="58652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345F960-991D-4F13-BC35-AC28E29AC2A3}">
      <dsp:nvSpPr>
        <dsp:cNvPr id="0" name=""/>
        <dsp:cNvSpPr/>
      </dsp:nvSpPr>
      <dsp:spPr>
        <a:xfrm>
          <a:off x="177422" y="1599643"/>
          <a:ext cx="322586" cy="32258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CD4A800-25BA-477A-B5A4-9D4A92837CB4}">
      <dsp:nvSpPr>
        <dsp:cNvPr id="0" name=""/>
        <dsp:cNvSpPr/>
      </dsp:nvSpPr>
      <dsp:spPr>
        <a:xfrm>
          <a:off x="677430" y="1467676"/>
          <a:ext cx="8438159" cy="5865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2073" tIns="62073" rIns="62073" bIns="62073" numCol="1" spcCol="1270" anchor="ctr" anchorCtr="0">
          <a:noAutofit/>
        </a:bodyPr>
        <a:lstStyle/>
        <a:p>
          <a:pPr marL="0" lvl="0" indent="0" algn="l" defTabSz="1066800">
            <a:lnSpc>
              <a:spcPct val="100000"/>
            </a:lnSpc>
            <a:spcBef>
              <a:spcPct val="0"/>
            </a:spcBef>
            <a:spcAft>
              <a:spcPct val="35000"/>
            </a:spcAft>
            <a:buNone/>
          </a:pPr>
          <a:r>
            <a:rPr lang="en-US" sz="2400" kern="1200" dirty="0"/>
            <a:t>-Curiosity about new technology.</a:t>
          </a:r>
        </a:p>
      </dsp:txBody>
      <dsp:txXfrm>
        <a:off x="677430" y="1467676"/>
        <a:ext cx="8438159" cy="586520"/>
      </dsp:txXfrm>
    </dsp:sp>
    <dsp:sp modelId="{2BA65FE8-B549-4CF9-9FC8-1BA9D93F7459}">
      <dsp:nvSpPr>
        <dsp:cNvPr id="0" name=""/>
        <dsp:cNvSpPr/>
      </dsp:nvSpPr>
      <dsp:spPr>
        <a:xfrm>
          <a:off x="0" y="2200827"/>
          <a:ext cx="9115590" cy="58652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8697B33-E6CA-4233-B15F-C6EE3840D5E9}">
      <dsp:nvSpPr>
        <dsp:cNvPr id="0" name=""/>
        <dsp:cNvSpPr/>
      </dsp:nvSpPr>
      <dsp:spPr>
        <a:xfrm>
          <a:off x="177422" y="2332794"/>
          <a:ext cx="322586" cy="322586"/>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5875" cap="flat"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0CD0FDC-FD33-48EF-B837-5B837745711F}">
      <dsp:nvSpPr>
        <dsp:cNvPr id="0" name=""/>
        <dsp:cNvSpPr/>
      </dsp:nvSpPr>
      <dsp:spPr>
        <a:xfrm>
          <a:off x="677430" y="2200827"/>
          <a:ext cx="8438159" cy="5865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2073" tIns="62073" rIns="62073" bIns="62073" numCol="1" spcCol="1270" anchor="ctr" anchorCtr="0">
          <a:noAutofit/>
        </a:bodyPr>
        <a:lstStyle/>
        <a:p>
          <a:pPr marL="0" lvl="0" indent="0" algn="l" defTabSz="1066800">
            <a:lnSpc>
              <a:spcPct val="100000"/>
            </a:lnSpc>
            <a:spcBef>
              <a:spcPct val="0"/>
            </a:spcBef>
            <a:spcAft>
              <a:spcPct val="35000"/>
            </a:spcAft>
            <a:buNone/>
          </a:pPr>
          <a:r>
            <a:rPr lang="en-US" sz="2400" kern="1200" dirty="0"/>
            <a:t>-Vast job growth.</a:t>
          </a:r>
        </a:p>
      </dsp:txBody>
      <dsp:txXfrm>
        <a:off x="677430" y="2200827"/>
        <a:ext cx="8438159" cy="586520"/>
      </dsp:txXfrm>
    </dsp:sp>
    <dsp:sp modelId="{A196B4E1-5F5C-4A32-8CE4-68241099B3C2}">
      <dsp:nvSpPr>
        <dsp:cNvPr id="0" name=""/>
        <dsp:cNvSpPr/>
      </dsp:nvSpPr>
      <dsp:spPr>
        <a:xfrm>
          <a:off x="0" y="2933977"/>
          <a:ext cx="9115590" cy="58652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BCF7653-3B41-4189-8BF7-54B4E448A289}">
      <dsp:nvSpPr>
        <dsp:cNvPr id="0" name=""/>
        <dsp:cNvSpPr/>
      </dsp:nvSpPr>
      <dsp:spPr>
        <a:xfrm>
          <a:off x="177422" y="3065944"/>
          <a:ext cx="322586" cy="322586"/>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5875" cap="flat"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28582D6-EFA6-4C60-AABA-54BFAC9FE117}">
      <dsp:nvSpPr>
        <dsp:cNvPr id="0" name=""/>
        <dsp:cNvSpPr/>
      </dsp:nvSpPr>
      <dsp:spPr>
        <a:xfrm>
          <a:off x="677430" y="2933977"/>
          <a:ext cx="8438159" cy="5865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2073" tIns="62073" rIns="62073" bIns="62073" numCol="1" spcCol="1270" anchor="ctr" anchorCtr="0">
          <a:noAutofit/>
        </a:bodyPr>
        <a:lstStyle/>
        <a:p>
          <a:pPr marL="0" lvl="0" indent="0" algn="l" defTabSz="1066800">
            <a:lnSpc>
              <a:spcPct val="100000"/>
            </a:lnSpc>
            <a:spcBef>
              <a:spcPct val="0"/>
            </a:spcBef>
            <a:spcAft>
              <a:spcPct val="35000"/>
            </a:spcAft>
            <a:buNone/>
          </a:pPr>
          <a:r>
            <a:rPr lang="en-US" sz="2400" kern="1200" dirty="0"/>
            <a:t>-Good salary.</a:t>
          </a:r>
        </a:p>
      </dsp:txBody>
      <dsp:txXfrm>
        <a:off x="677430" y="2933977"/>
        <a:ext cx="8438159" cy="586520"/>
      </dsp:txXfrm>
    </dsp:sp>
    <dsp:sp modelId="{AD3D723E-9E6F-4E85-816F-6ED67DBA2DAD}">
      <dsp:nvSpPr>
        <dsp:cNvPr id="0" name=""/>
        <dsp:cNvSpPr/>
      </dsp:nvSpPr>
      <dsp:spPr>
        <a:xfrm>
          <a:off x="0" y="3668503"/>
          <a:ext cx="9115590" cy="58652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AB1F31A-A97F-4932-A77F-E0BC2145EC10}">
      <dsp:nvSpPr>
        <dsp:cNvPr id="0" name=""/>
        <dsp:cNvSpPr/>
      </dsp:nvSpPr>
      <dsp:spPr>
        <a:xfrm>
          <a:off x="177422" y="3799094"/>
          <a:ext cx="322586" cy="322586"/>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5875" cap="flat"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22804D9-D187-4EB7-B8B6-22B14E10DEF3}">
      <dsp:nvSpPr>
        <dsp:cNvPr id="0" name=""/>
        <dsp:cNvSpPr/>
      </dsp:nvSpPr>
      <dsp:spPr>
        <a:xfrm>
          <a:off x="677430" y="3667127"/>
          <a:ext cx="8438159" cy="5865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2073" tIns="62073" rIns="62073" bIns="62073" numCol="1" spcCol="1270" anchor="ctr" anchorCtr="0">
          <a:noAutofit/>
        </a:bodyPr>
        <a:lstStyle/>
        <a:p>
          <a:pPr marL="0" lvl="0" indent="0" algn="l" defTabSz="1066800">
            <a:lnSpc>
              <a:spcPct val="100000"/>
            </a:lnSpc>
            <a:spcBef>
              <a:spcPct val="0"/>
            </a:spcBef>
            <a:spcAft>
              <a:spcPct val="35000"/>
            </a:spcAft>
            <a:buNone/>
          </a:pPr>
          <a:r>
            <a:rPr lang="en-US" sz="2400" kern="1200" dirty="0"/>
            <a:t>-Working from home. </a:t>
          </a:r>
        </a:p>
      </dsp:txBody>
      <dsp:txXfrm>
        <a:off x="677430" y="3667127"/>
        <a:ext cx="8438159" cy="58652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E085EF0-C7F3-4DE2-B861-71DEC8D4C8D4}">
      <dsp:nvSpPr>
        <dsp:cNvPr id="0" name=""/>
        <dsp:cNvSpPr/>
      </dsp:nvSpPr>
      <dsp:spPr>
        <a:xfrm>
          <a:off x="0" y="0"/>
          <a:ext cx="9906000" cy="579881"/>
        </a:xfrm>
        <a:prstGeom prst="roundRect">
          <a:avLst/>
        </a:prstGeom>
        <a:gradFill rotWithShape="0">
          <a:gsLst>
            <a:gs pos="0">
              <a:schemeClr val="accent5">
                <a:hueOff val="0"/>
                <a:satOff val="0"/>
                <a:lumOff val="0"/>
                <a:alphaOff val="0"/>
                <a:tint val="94000"/>
                <a:satMod val="105000"/>
                <a:lumMod val="102000"/>
              </a:schemeClr>
            </a:gs>
            <a:gs pos="100000">
              <a:schemeClr val="accent5">
                <a:hueOff val="0"/>
                <a:satOff val="0"/>
                <a:lumOff val="0"/>
                <a:alphaOff val="0"/>
                <a:shade val="74000"/>
                <a:satMod val="128000"/>
                <a:lumMod val="100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dirty="0"/>
            <a:t>Short/Long-term career goal.</a:t>
          </a:r>
        </a:p>
      </dsp:txBody>
      <dsp:txXfrm>
        <a:off x="28307" y="28307"/>
        <a:ext cx="9849386" cy="523267"/>
      </dsp:txXfrm>
    </dsp:sp>
    <dsp:sp modelId="{761F09DF-5407-4666-A2D7-C342D09872BD}">
      <dsp:nvSpPr>
        <dsp:cNvPr id="0" name=""/>
        <dsp:cNvSpPr/>
      </dsp:nvSpPr>
      <dsp:spPr>
        <a:xfrm>
          <a:off x="0" y="593543"/>
          <a:ext cx="9906000" cy="579881"/>
        </a:xfrm>
        <a:prstGeom prst="roundRect">
          <a:avLst/>
        </a:prstGeom>
        <a:gradFill rotWithShape="0">
          <a:gsLst>
            <a:gs pos="0">
              <a:schemeClr val="accent5">
                <a:hueOff val="-275698"/>
                <a:satOff val="-968"/>
                <a:lumOff val="2039"/>
                <a:alphaOff val="0"/>
                <a:tint val="94000"/>
                <a:satMod val="105000"/>
                <a:lumMod val="102000"/>
              </a:schemeClr>
            </a:gs>
            <a:gs pos="100000">
              <a:schemeClr val="accent5">
                <a:hueOff val="-275698"/>
                <a:satOff val="-968"/>
                <a:lumOff val="2039"/>
                <a:alphaOff val="0"/>
                <a:shade val="74000"/>
                <a:satMod val="128000"/>
                <a:lumMod val="100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t>-Entry-level Cyber Security Analyst.</a:t>
          </a:r>
        </a:p>
      </dsp:txBody>
      <dsp:txXfrm>
        <a:off x="28307" y="621850"/>
        <a:ext cx="9849386" cy="523267"/>
      </dsp:txXfrm>
    </dsp:sp>
    <dsp:sp modelId="{D075B40E-2178-430D-95A5-6A6F691297DB}">
      <dsp:nvSpPr>
        <dsp:cNvPr id="0" name=""/>
        <dsp:cNvSpPr/>
      </dsp:nvSpPr>
      <dsp:spPr>
        <a:xfrm>
          <a:off x="0" y="1185124"/>
          <a:ext cx="9906000" cy="579881"/>
        </a:xfrm>
        <a:prstGeom prst="roundRect">
          <a:avLst/>
        </a:prstGeom>
        <a:gradFill rotWithShape="0">
          <a:gsLst>
            <a:gs pos="0">
              <a:schemeClr val="accent5">
                <a:hueOff val="-551395"/>
                <a:satOff val="-1935"/>
                <a:lumOff val="4079"/>
                <a:alphaOff val="0"/>
                <a:tint val="94000"/>
                <a:satMod val="105000"/>
                <a:lumMod val="102000"/>
              </a:schemeClr>
            </a:gs>
            <a:gs pos="100000">
              <a:schemeClr val="accent5">
                <a:hueOff val="-551395"/>
                <a:satOff val="-1935"/>
                <a:lumOff val="4079"/>
                <a:alphaOff val="0"/>
                <a:shade val="74000"/>
                <a:satMod val="128000"/>
                <a:lumMod val="100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t>-Cyber Security Engineer. </a:t>
          </a:r>
        </a:p>
      </dsp:txBody>
      <dsp:txXfrm>
        <a:off x="28307" y="1213431"/>
        <a:ext cx="9849386" cy="523267"/>
      </dsp:txXfrm>
    </dsp:sp>
    <dsp:sp modelId="{992FD938-341D-4391-A517-DAF651BC4541}">
      <dsp:nvSpPr>
        <dsp:cNvPr id="0" name=""/>
        <dsp:cNvSpPr/>
      </dsp:nvSpPr>
      <dsp:spPr>
        <a:xfrm>
          <a:off x="0" y="1776706"/>
          <a:ext cx="9906000" cy="579881"/>
        </a:xfrm>
        <a:prstGeom prst="roundRect">
          <a:avLst/>
        </a:prstGeom>
        <a:gradFill rotWithShape="0">
          <a:gsLst>
            <a:gs pos="0">
              <a:schemeClr val="accent5">
                <a:hueOff val="-827093"/>
                <a:satOff val="-2903"/>
                <a:lumOff val="6118"/>
                <a:alphaOff val="0"/>
                <a:tint val="94000"/>
                <a:satMod val="105000"/>
                <a:lumMod val="102000"/>
              </a:schemeClr>
            </a:gs>
            <a:gs pos="100000">
              <a:schemeClr val="accent5">
                <a:hueOff val="-827093"/>
                <a:satOff val="-2903"/>
                <a:lumOff val="6118"/>
                <a:alphaOff val="0"/>
                <a:shade val="74000"/>
                <a:satMod val="128000"/>
                <a:lumMod val="100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dirty="0"/>
            <a:t>Salary info.</a:t>
          </a:r>
        </a:p>
      </dsp:txBody>
      <dsp:txXfrm>
        <a:off x="28307" y="1805013"/>
        <a:ext cx="9849386" cy="523267"/>
      </dsp:txXfrm>
    </dsp:sp>
    <dsp:sp modelId="{4A98BD69-B8B2-4B3B-9A4A-CCE17193B9B0}">
      <dsp:nvSpPr>
        <dsp:cNvPr id="0" name=""/>
        <dsp:cNvSpPr/>
      </dsp:nvSpPr>
      <dsp:spPr>
        <a:xfrm>
          <a:off x="0" y="2368287"/>
          <a:ext cx="9906000" cy="579881"/>
        </a:xfrm>
        <a:prstGeom prst="roundRect">
          <a:avLst/>
        </a:prstGeom>
        <a:gradFill rotWithShape="0">
          <a:gsLst>
            <a:gs pos="0">
              <a:schemeClr val="accent5">
                <a:hueOff val="-1102790"/>
                <a:satOff val="-3870"/>
                <a:lumOff val="8158"/>
                <a:alphaOff val="0"/>
                <a:tint val="94000"/>
                <a:satMod val="105000"/>
                <a:lumMod val="102000"/>
              </a:schemeClr>
            </a:gs>
            <a:gs pos="100000">
              <a:schemeClr val="accent5">
                <a:hueOff val="-1102790"/>
                <a:satOff val="-3870"/>
                <a:lumOff val="8158"/>
                <a:alphaOff val="0"/>
                <a:shade val="74000"/>
                <a:satMod val="128000"/>
                <a:lumMod val="100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t>-20-25$/</a:t>
          </a:r>
          <a:r>
            <a:rPr lang="en-US" sz="2000" kern="1200" dirty="0" err="1"/>
            <a:t>hr</a:t>
          </a:r>
          <a:endParaRPr lang="en-US" sz="2000" kern="1200" dirty="0"/>
        </a:p>
      </dsp:txBody>
      <dsp:txXfrm>
        <a:off x="28307" y="2396594"/>
        <a:ext cx="9849386" cy="523267"/>
      </dsp:txXfrm>
    </dsp:sp>
    <dsp:sp modelId="{F082F102-799E-4F22-B21B-CB140F001E39}">
      <dsp:nvSpPr>
        <dsp:cNvPr id="0" name=""/>
        <dsp:cNvSpPr/>
      </dsp:nvSpPr>
      <dsp:spPr>
        <a:xfrm>
          <a:off x="0" y="2959868"/>
          <a:ext cx="9906000" cy="579881"/>
        </a:xfrm>
        <a:prstGeom prst="roundRect">
          <a:avLst/>
        </a:prstGeom>
        <a:gradFill rotWithShape="0">
          <a:gsLst>
            <a:gs pos="0">
              <a:schemeClr val="accent5">
                <a:hueOff val="-1378488"/>
                <a:satOff val="-4838"/>
                <a:lumOff val="10197"/>
                <a:alphaOff val="0"/>
                <a:tint val="94000"/>
                <a:satMod val="105000"/>
                <a:lumMod val="102000"/>
              </a:schemeClr>
            </a:gs>
            <a:gs pos="100000">
              <a:schemeClr val="accent5">
                <a:hueOff val="-1378488"/>
                <a:satOff val="-4838"/>
                <a:lumOff val="10197"/>
                <a:alphaOff val="0"/>
                <a:shade val="74000"/>
                <a:satMod val="128000"/>
                <a:lumMod val="100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t>-150,000-190,000/</a:t>
          </a:r>
          <a:r>
            <a:rPr lang="en-US" sz="2000" kern="1200" dirty="0" err="1"/>
            <a:t>yr</a:t>
          </a:r>
          <a:endParaRPr lang="en-US" sz="2000" kern="1200" dirty="0"/>
        </a:p>
      </dsp:txBody>
      <dsp:txXfrm>
        <a:off x="28307" y="2988175"/>
        <a:ext cx="9849386" cy="52326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94FF71-E802-49FC-9D5A-DE220861F7C2}">
      <dsp:nvSpPr>
        <dsp:cNvPr id="0" name=""/>
        <dsp:cNvSpPr/>
      </dsp:nvSpPr>
      <dsp:spPr>
        <a:xfrm>
          <a:off x="0" y="0"/>
          <a:ext cx="6692748" cy="1988502"/>
        </a:xfrm>
        <a:prstGeom prst="roundRect">
          <a:avLst/>
        </a:prstGeom>
        <a:gradFill rotWithShape="0">
          <a:gsLst>
            <a:gs pos="0">
              <a:schemeClr val="accent5">
                <a:hueOff val="0"/>
                <a:satOff val="0"/>
                <a:lumOff val="0"/>
                <a:alphaOff val="0"/>
                <a:tint val="94000"/>
                <a:satMod val="105000"/>
                <a:lumMod val="102000"/>
              </a:schemeClr>
            </a:gs>
            <a:gs pos="100000">
              <a:schemeClr val="accent5">
                <a:hueOff val="0"/>
                <a:satOff val="0"/>
                <a:lumOff val="0"/>
                <a:alphaOff val="0"/>
                <a:shade val="74000"/>
                <a:satMod val="128000"/>
                <a:lumMod val="100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dirty="0"/>
            <a:t>Recent Job search and requirements: (Liberty Mutual Insurance)</a:t>
          </a:r>
        </a:p>
      </dsp:txBody>
      <dsp:txXfrm>
        <a:off x="97071" y="97071"/>
        <a:ext cx="6498606" cy="1794360"/>
      </dsp:txXfrm>
    </dsp:sp>
    <dsp:sp modelId="{D9F60F2C-92BB-42F2-8B74-92AF9BE5DC76}">
      <dsp:nvSpPr>
        <dsp:cNvPr id="0" name=""/>
        <dsp:cNvSpPr/>
      </dsp:nvSpPr>
      <dsp:spPr>
        <a:xfrm>
          <a:off x="0" y="2002253"/>
          <a:ext cx="6692748" cy="1013502"/>
        </a:xfrm>
        <a:prstGeom prst="roundRect">
          <a:avLst/>
        </a:prstGeom>
        <a:gradFill rotWithShape="0">
          <a:gsLst>
            <a:gs pos="0">
              <a:schemeClr val="accent5">
                <a:hueOff val="-344622"/>
                <a:satOff val="-1209"/>
                <a:lumOff val="2549"/>
                <a:alphaOff val="0"/>
                <a:tint val="94000"/>
                <a:satMod val="105000"/>
                <a:lumMod val="102000"/>
              </a:schemeClr>
            </a:gs>
            <a:gs pos="100000">
              <a:schemeClr val="accent5">
                <a:hueOff val="-344622"/>
                <a:satOff val="-1209"/>
                <a:lumOff val="2549"/>
                <a:alphaOff val="0"/>
                <a:shade val="74000"/>
                <a:satMod val="128000"/>
                <a:lumMod val="100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t>-Certification: </a:t>
          </a:r>
          <a:r>
            <a:rPr lang="en-US" sz="2000" i="0" kern="1200" dirty="0"/>
            <a:t>GCIH</a:t>
          </a:r>
          <a:r>
            <a:rPr lang="en-US" sz="2000" kern="1200" dirty="0"/>
            <a:t>, </a:t>
          </a:r>
          <a:r>
            <a:rPr lang="en-US" sz="2000" i="0" kern="1200" dirty="0"/>
            <a:t>GCFA, Certified Personal Trainer, </a:t>
          </a:r>
          <a:endParaRPr lang="en-US" sz="2000" kern="1200" dirty="0"/>
        </a:p>
      </dsp:txBody>
      <dsp:txXfrm>
        <a:off x="49475" y="2051728"/>
        <a:ext cx="6593798" cy="914552"/>
      </dsp:txXfrm>
    </dsp:sp>
    <dsp:sp modelId="{8386DC12-68D6-450D-99BC-2204F9D373FF}">
      <dsp:nvSpPr>
        <dsp:cNvPr id="0" name=""/>
        <dsp:cNvSpPr/>
      </dsp:nvSpPr>
      <dsp:spPr>
        <a:xfrm>
          <a:off x="0" y="3027161"/>
          <a:ext cx="6692748" cy="1013502"/>
        </a:xfrm>
        <a:prstGeom prst="roundRect">
          <a:avLst/>
        </a:prstGeom>
        <a:gradFill rotWithShape="0">
          <a:gsLst>
            <a:gs pos="0">
              <a:schemeClr val="accent5">
                <a:hueOff val="-689244"/>
                <a:satOff val="-2419"/>
                <a:lumOff val="5099"/>
                <a:alphaOff val="0"/>
                <a:tint val="94000"/>
                <a:satMod val="105000"/>
                <a:lumMod val="102000"/>
              </a:schemeClr>
            </a:gs>
            <a:gs pos="100000">
              <a:schemeClr val="accent5">
                <a:hueOff val="-689244"/>
                <a:satOff val="-2419"/>
                <a:lumOff val="5099"/>
                <a:alphaOff val="0"/>
                <a:shade val="74000"/>
                <a:satMod val="128000"/>
                <a:lumMod val="100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t>-Experience: 7 years of relevant experience.</a:t>
          </a:r>
        </a:p>
      </dsp:txBody>
      <dsp:txXfrm>
        <a:off x="49475" y="3076636"/>
        <a:ext cx="6593798" cy="914552"/>
      </dsp:txXfrm>
    </dsp:sp>
    <dsp:sp modelId="{1A07A9E4-DABA-4A7E-821E-4C081DDFD4B7}">
      <dsp:nvSpPr>
        <dsp:cNvPr id="0" name=""/>
        <dsp:cNvSpPr/>
      </dsp:nvSpPr>
      <dsp:spPr>
        <a:xfrm>
          <a:off x="0" y="4052068"/>
          <a:ext cx="6692748" cy="1013502"/>
        </a:xfrm>
        <a:prstGeom prst="roundRect">
          <a:avLst/>
        </a:prstGeom>
        <a:gradFill rotWithShape="0">
          <a:gsLst>
            <a:gs pos="0">
              <a:schemeClr val="accent5">
                <a:hueOff val="-1033866"/>
                <a:satOff val="-3628"/>
                <a:lumOff val="7648"/>
                <a:alphaOff val="0"/>
                <a:tint val="94000"/>
                <a:satMod val="105000"/>
                <a:lumMod val="102000"/>
              </a:schemeClr>
            </a:gs>
            <a:gs pos="100000">
              <a:schemeClr val="accent5">
                <a:hueOff val="-1033866"/>
                <a:satOff val="-3628"/>
                <a:lumOff val="7648"/>
                <a:alphaOff val="0"/>
                <a:shade val="74000"/>
                <a:satMod val="128000"/>
                <a:lumMod val="100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t>-Education: </a:t>
          </a:r>
          <a:r>
            <a:rPr lang="en-US" sz="2000" b="0" i="0" kern="1200" dirty="0"/>
            <a:t>College-level degree in Computer Science, Computer Engineering, Information Security, or other related disciplines</a:t>
          </a:r>
          <a:endParaRPr lang="en-US" sz="2000" kern="1200" dirty="0"/>
        </a:p>
      </dsp:txBody>
      <dsp:txXfrm>
        <a:off x="49475" y="4101543"/>
        <a:ext cx="6593798" cy="914552"/>
      </dsp:txXfrm>
    </dsp:sp>
    <dsp:sp modelId="{887E6A29-211B-4709-996F-A3DA47456FBF}">
      <dsp:nvSpPr>
        <dsp:cNvPr id="0" name=""/>
        <dsp:cNvSpPr/>
      </dsp:nvSpPr>
      <dsp:spPr>
        <a:xfrm>
          <a:off x="0" y="5076975"/>
          <a:ext cx="6692748" cy="1013502"/>
        </a:xfrm>
        <a:prstGeom prst="roundRect">
          <a:avLst/>
        </a:prstGeom>
        <a:gradFill rotWithShape="0">
          <a:gsLst>
            <a:gs pos="0">
              <a:schemeClr val="accent5">
                <a:hueOff val="-1378488"/>
                <a:satOff val="-4838"/>
                <a:lumOff val="10197"/>
                <a:alphaOff val="0"/>
                <a:tint val="94000"/>
                <a:satMod val="105000"/>
                <a:lumMod val="102000"/>
              </a:schemeClr>
            </a:gs>
            <a:gs pos="100000">
              <a:schemeClr val="accent5">
                <a:hueOff val="-1378488"/>
                <a:satOff val="-4838"/>
                <a:lumOff val="10197"/>
                <a:alphaOff val="0"/>
                <a:shade val="74000"/>
                <a:satMod val="128000"/>
                <a:lumMod val="100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t>-</a:t>
          </a:r>
          <a:r>
            <a:rPr lang="en-US" sz="2000" b="0" i="0" kern="1200" dirty="0"/>
            <a:t>Demonstrable knowledge: cybersecurity concepts, network protocols, firewalls, IDS/IPS systems, email security, endpoint security, network security, Windows/Linux/macOS systems, cyber threat hunting, malware analysis tools, and techniques. </a:t>
          </a:r>
          <a:endParaRPr lang="en-US" sz="2000" kern="1200" dirty="0"/>
        </a:p>
      </dsp:txBody>
      <dsp:txXfrm>
        <a:off x="49475" y="5126450"/>
        <a:ext cx="6593798" cy="914552"/>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dirty="0"/>
              <a:t>3/13/2023</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3/13/2023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3/13/2023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3/13/2023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3/13/2023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3/13/2023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3/13/2023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3/13/2023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3/13/2023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3/13/2023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3/13/2023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3/13/2023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3/13/2023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3/13/2023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3/13/2023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3/13/2023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3/13/2023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pPr/>
              <a:t>3/13/2023</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l" defTabSz="914400" rtl="0" eaLnBrk="1" latinLnBrk="0" hangingPunct="1">
        <a:lnSpc>
          <a:spcPct val="90000"/>
        </a:lnSpc>
        <a:spcBef>
          <a:spcPct val="0"/>
        </a:spcBef>
        <a:buNone/>
        <a:defRPr sz="3600" kern="1200" cap="all" baseline="0">
          <a:solidFill>
            <a:schemeClr val="tx1"/>
          </a:solidFill>
          <a:effectLst>
            <a:outerShdw blurRad="177800" dist="38100" dir="2700000" algn="tl">
              <a:srgbClr val="000000">
                <a:alpha val="24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effectLst>
            <a:outerShdw blurRad="152400" dist="38100" dir="2700000" algn="tl">
              <a:srgbClr val="000000">
                <a:alpha val="36000"/>
              </a:srgbClr>
            </a:outerShdw>
          </a:effectLst>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effectLst>
            <a:outerShdw blurRad="152400" dist="38100" dir="2700000" algn="tl">
              <a:srgbClr val="000000">
                <a:alpha val="36000"/>
              </a:srgbClr>
            </a:outerShdw>
          </a:effectLst>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effectLst>
            <a:outerShdw blurRad="152400" dist="38100" dir="2700000" algn="tl">
              <a:srgbClr val="000000">
                <a:alpha val="36000"/>
              </a:srgbClr>
            </a:outerShdw>
          </a:effectLst>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effectLst>
            <a:outerShdw blurRad="152400" dist="38100" dir="2700000" algn="tl">
              <a:srgbClr val="000000">
                <a:alpha val="36000"/>
              </a:srgbClr>
            </a:outerShdw>
          </a:effectLst>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effectLst>
            <a:outerShdw blurRad="152400" dist="38100" dir="2700000" algn="tl">
              <a:srgbClr val="000000">
                <a:alpha val="36000"/>
              </a:srgbClr>
            </a:outerShdw>
          </a:effectLst>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2.png"/><Relationship Id="rId7" Type="http://schemas.openxmlformats.org/officeDocument/2006/relationships/diagramColors" Target="../diagrams/colors2.xml"/><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15.jpe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16.jpe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17.jpe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18.jpeg"/></Relationships>
</file>

<file path=ppt/slides/_rels/slide11.xml.rels><?xml version="1.0" encoding="UTF-8" standalone="yes"?>
<Relationships xmlns="http://schemas.openxmlformats.org/package/2006/relationships"><Relationship Id="rId2" Type="http://schemas.openxmlformats.org/officeDocument/2006/relationships/hyperlink" Target="https://onlinedegrees.sandiego.edu/should-you-become-a-cyber-security-engineer/" TargetMode="Externa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EA747F7-0D6C-E52A-3266-2848E3C1FF87}"/>
              </a:ext>
            </a:extLst>
          </p:cNvPr>
          <p:cNvSpPr txBox="1"/>
          <p:nvPr/>
        </p:nvSpPr>
        <p:spPr>
          <a:xfrm>
            <a:off x="1903445" y="2472613"/>
            <a:ext cx="9060024" cy="1661993"/>
          </a:xfrm>
          <a:prstGeom prst="rect">
            <a:avLst/>
          </a:prstGeom>
          <a:noFill/>
        </p:spPr>
        <p:txBody>
          <a:bodyPr wrap="square" rtlCol="0">
            <a:spAutoFit/>
          </a:bodyPr>
          <a:lstStyle/>
          <a:p>
            <a:r>
              <a:rPr lang="en-US" sz="2800" dirty="0">
                <a:latin typeface="+mj-lt"/>
              </a:rPr>
              <a:t>Name: Akm Nizum</a:t>
            </a:r>
          </a:p>
          <a:p>
            <a:r>
              <a:rPr lang="en-US" sz="2800" dirty="0">
                <a:latin typeface="+mj-lt"/>
              </a:rPr>
              <a:t>Subject: </a:t>
            </a:r>
            <a:r>
              <a:rPr lang="en-US" sz="2800" dirty="0">
                <a:effectLst/>
                <a:latin typeface="+mj-lt"/>
              </a:rPr>
              <a:t>ITNW 1358.401: Network+</a:t>
            </a:r>
          </a:p>
          <a:p>
            <a:r>
              <a:rPr lang="en-US" sz="2800" dirty="0">
                <a:effectLst/>
                <a:latin typeface="+mj-lt"/>
              </a:rPr>
              <a:t>Instructor: Lawrence Davis</a:t>
            </a:r>
          </a:p>
          <a:p>
            <a:endParaRPr lang="en-US" dirty="0"/>
          </a:p>
        </p:txBody>
      </p:sp>
    </p:spTree>
    <p:extLst>
      <p:ext uri="{BB962C8B-B14F-4D97-AF65-F5344CB8AC3E}">
        <p14:creationId xmlns:p14="http://schemas.microsoft.com/office/powerpoint/2010/main" val="1914389712"/>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1C6D790-69F0-40CA-813A-84D724D1C6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48476"/>
          </a:xfrm>
          <a:prstGeom prst="rect">
            <a:avLst/>
          </a:prstGeom>
          <a:solidFill>
            <a:schemeClr val="bg2">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ound Diagonal Corner Rectangle 7">
            <a:extLst>
              <a:ext uri="{FF2B5EF4-FFF2-40B4-BE49-F238E27FC236}">
                <a16:creationId xmlns:a16="http://schemas.microsoft.com/office/drawing/2014/main" id="{F5A78137-DBB7-4A93-98AC-5606814E2D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040673" y="806450"/>
            <a:ext cx="9319476" cy="4502149"/>
          </a:xfrm>
          <a:prstGeom prst="round2DiagRect">
            <a:avLst>
              <a:gd name="adj1" fmla="val 7929"/>
              <a:gd name="adj2" fmla="val 0"/>
            </a:avLst>
          </a:prstGeom>
          <a:solidFill>
            <a:schemeClr val="bg2">
              <a:lumMod val="50000"/>
              <a:alpha val="80000"/>
            </a:schemeClr>
          </a:solidFill>
          <a:ln w="19050" cap="sq">
            <a:solidFill>
              <a:srgbClr val="FFFFFF">
                <a:alpha val="60000"/>
              </a:srgbClr>
            </a:solidFill>
            <a:miter lim="800000"/>
          </a:ln>
          <a:effectLst>
            <a:outerShdw blurRad="88900" dist="38100" dir="5400000" algn="t" rotWithShape="0">
              <a:srgbClr val="092338">
                <a:alpha val="4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EC77035-D41D-D271-4B27-088204C90594}"/>
              </a:ext>
            </a:extLst>
          </p:cNvPr>
          <p:cNvSpPr>
            <a:spLocks noGrp="1"/>
          </p:cNvSpPr>
          <p:nvPr>
            <p:ph type="ctrTitle"/>
          </p:nvPr>
        </p:nvSpPr>
        <p:spPr>
          <a:xfrm>
            <a:off x="2685145" y="1125511"/>
            <a:ext cx="7135566" cy="2656971"/>
          </a:xfrm>
        </p:spPr>
        <p:txBody>
          <a:bodyPr>
            <a:normAutofit/>
          </a:bodyPr>
          <a:lstStyle/>
          <a:p>
            <a:pPr algn="ctr"/>
            <a:r>
              <a:rPr lang="en-US" sz="5400" dirty="0">
                <a:solidFill>
                  <a:srgbClr val="FFFFFF"/>
                </a:solidFill>
              </a:rPr>
              <a:t>Career path</a:t>
            </a:r>
            <a:br>
              <a:rPr lang="en-US" sz="5400" dirty="0">
                <a:solidFill>
                  <a:srgbClr val="FFFFFF"/>
                </a:solidFill>
              </a:rPr>
            </a:br>
            <a:br>
              <a:rPr lang="en-US" sz="5400" dirty="0">
                <a:solidFill>
                  <a:srgbClr val="FFFFFF"/>
                </a:solidFill>
              </a:rPr>
            </a:br>
            <a:endParaRPr lang="en-US" sz="5400" dirty="0">
              <a:solidFill>
                <a:srgbClr val="FFFFFF"/>
              </a:solidFill>
            </a:endParaRPr>
          </a:p>
        </p:txBody>
      </p:sp>
      <p:sp>
        <p:nvSpPr>
          <p:cNvPr id="3" name="Subtitle 2">
            <a:extLst>
              <a:ext uri="{FF2B5EF4-FFF2-40B4-BE49-F238E27FC236}">
                <a16:creationId xmlns:a16="http://schemas.microsoft.com/office/drawing/2014/main" id="{D0CBA48D-58E5-3E47-4259-AAEA8E170294}"/>
              </a:ext>
            </a:extLst>
          </p:cNvPr>
          <p:cNvSpPr>
            <a:spLocks noGrp="1"/>
          </p:cNvSpPr>
          <p:nvPr>
            <p:ph type="subTitle" idx="1"/>
          </p:nvPr>
        </p:nvSpPr>
        <p:spPr>
          <a:xfrm>
            <a:off x="2684139" y="3782482"/>
            <a:ext cx="7136760" cy="1204383"/>
          </a:xfrm>
        </p:spPr>
        <p:txBody>
          <a:bodyPr>
            <a:normAutofit/>
          </a:bodyPr>
          <a:lstStyle/>
          <a:p>
            <a:pPr algn="ctr"/>
            <a:r>
              <a:rPr lang="en-US" dirty="0">
                <a:solidFill>
                  <a:srgbClr val="FFFFFF"/>
                </a:solidFill>
              </a:rPr>
              <a:t>Cyber Security engineer. </a:t>
            </a:r>
          </a:p>
        </p:txBody>
      </p:sp>
    </p:spTree>
    <p:extLst>
      <p:ext uri="{BB962C8B-B14F-4D97-AF65-F5344CB8AC3E}">
        <p14:creationId xmlns:p14="http://schemas.microsoft.com/office/powerpoint/2010/main" val="249417148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 name="Picture 2">
            <a:extLst>
              <a:ext uri="{FF2B5EF4-FFF2-40B4-BE49-F238E27FC236}">
                <a16:creationId xmlns:a16="http://schemas.microsoft.com/office/drawing/2014/main" id="{D315EA7A-503F-4861-9A7A-86476406AFC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p14="http://schemas.microsoft.com/office/powerpoint/2010/main" xmlns:a16="http://schemas.microsoft.com/office/drawing/2014/main" xmlns="">
                <a:solidFill>
                  <a:srgbClr val="FFFFFF"/>
                </a:solidFill>
              </a14:hiddenFill>
            </a:ext>
          </a:extLst>
        </p:spPr>
      </p:pic>
      <p:grpSp>
        <p:nvGrpSpPr>
          <p:cNvPr id="10" name="Group 9">
            <a:extLst>
              <a:ext uri="{FF2B5EF4-FFF2-40B4-BE49-F238E27FC236}">
                <a16:creationId xmlns:a16="http://schemas.microsoft.com/office/drawing/2014/main" id="{5F6E419E-7478-4531-823C-58DF7A10FA8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053888" cy="6858001"/>
            <a:chOff x="-14288" y="0"/>
            <a:chExt cx="12053888" cy="6858001"/>
          </a:xfrm>
        </p:grpSpPr>
        <p:grpSp>
          <p:nvGrpSpPr>
            <p:cNvPr id="11" name="Group 10">
              <a:extLst>
                <a:ext uri="{FF2B5EF4-FFF2-40B4-BE49-F238E27FC236}">
                  <a16:creationId xmlns:a16="http://schemas.microsoft.com/office/drawing/2014/main" id="{6166DED5-3552-4512-A5D0-3BD8DB2BF480}"/>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3" name="Rectangle 5">
                <a:extLst>
                  <a:ext uri="{FF2B5EF4-FFF2-40B4-BE49-F238E27FC236}">
                    <a16:creationId xmlns:a16="http://schemas.microsoft.com/office/drawing/2014/main" id="{1EF83640-278B-4580-9288-D4C8F8E4D9C2}"/>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sp>
          <p:sp>
            <p:nvSpPr>
              <p:cNvPr id="24" name="Freeform 6">
                <a:extLst>
                  <a:ext uri="{FF2B5EF4-FFF2-40B4-BE49-F238E27FC236}">
                    <a16:creationId xmlns:a16="http://schemas.microsoft.com/office/drawing/2014/main" id="{2F851863-7279-454C-B927-51EC13FFDC0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25" name="Freeform 7">
                <a:extLst>
                  <a:ext uri="{FF2B5EF4-FFF2-40B4-BE49-F238E27FC236}">
                    <a16:creationId xmlns:a16="http://schemas.microsoft.com/office/drawing/2014/main" id="{13CDDA8A-092F-4F54-8206-22848FBB175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26" name="Freeform 8">
                <a:extLst>
                  <a:ext uri="{FF2B5EF4-FFF2-40B4-BE49-F238E27FC236}">
                    <a16:creationId xmlns:a16="http://schemas.microsoft.com/office/drawing/2014/main" id="{D3F474AA-8038-46EB-906B-EE7E8E5E9F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27" name="Freeform 9">
                <a:extLst>
                  <a:ext uri="{FF2B5EF4-FFF2-40B4-BE49-F238E27FC236}">
                    <a16:creationId xmlns:a16="http://schemas.microsoft.com/office/drawing/2014/main" id="{DEA100B0-B335-41A5-A04B-B601E20968E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28" name="Freeform 10">
                <a:extLst>
                  <a:ext uri="{FF2B5EF4-FFF2-40B4-BE49-F238E27FC236}">
                    <a16:creationId xmlns:a16="http://schemas.microsoft.com/office/drawing/2014/main" id="{93FDDD44-A7E1-4A3A-9757-84B8F4D502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29" name="Freeform 11">
                <a:extLst>
                  <a:ext uri="{FF2B5EF4-FFF2-40B4-BE49-F238E27FC236}">
                    <a16:creationId xmlns:a16="http://schemas.microsoft.com/office/drawing/2014/main" id="{D8338DDE-CA03-44D8-949F-A79C2E01C1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30" name="Freeform 12">
                <a:extLst>
                  <a:ext uri="{FF2B5EF4-FFF2-40B4-BE49-F238E27FC236}">
                    <a16:creationId xmlns:a16="http://schemas.microsoft.com/office/drawing/2014/main" id="{CBDAD3BA-A054-4189-9451-6E969BB4B96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31" name="Freeform 13">
                <a:extLst>
                  <a:ext uri="{FF2B5EF4-FFF2-40B4-BE49-F238E27FC236}">
                    <a16:creationId xmlns:a16="http://schemas.microsoft.com/office/drawing/2014/main" id="{EF10C686-CA10-4F20-98E0-3BBFC2EDC49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32" name="Freeform 14">
                <a:extLst>
                  <a:ext uri="{FF2B5EF4-FFF2-40B4-BE49-F238E27FC236}">
                    <a16:creationId xmlns:a16="http://schemas.microsoft.com/office/drawing/2014/main" id="{3904651A-E8FB-4006-B428-FB8B593389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33" name="Freeform 15">
                <a:extLst>
                  <a:ext uri="{FF2B5EF4-FFF2-40B4-BE49-F238E27FC236}">
                    <a16:creationId xmlns:a16="http://schemas.microsoft.com/office/drawing/2014/main" id="{8AAADB72-3AAF-4192-A9FF-7628FC38F31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34" name="Line 16">
                <a:extLst>
                  <a:ext uri="{FF2B5EF4-FFF2-40B4-BE49-F238E27FC236}">
                    <a16:creationId xmlns:a16="http://schemas.microsoft.com/office/drawing/2014/main" id="{4AA2AF70-7263-43F5-931F-E58CF9C8305D}"/>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sp>
          <p:sp>
            <p:nvSpPr>
              <p:cNvPr id="35" name="Freeform 17">
                <a:extLst>
                  <a:ext uri="{FF2B5EF4-FFF2-40B4-BE49-F238E27FC236}">
                    <a16:creationId xmlns:a16="http://schemas.microsoft.com/office/drawing/2014/main" id="{1060A3F5-24D4-4418-ABFF-1F9BA79148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36" name="Freeform 18">
                <a:extLst>
                  <a:ext uri="{FF2B5EF4-FFF2-40B4-BE49-F238E27FC236}">
                    <a16:creationId xmlns:a16="http://schemas.microsoft.com/office/drawing/2014/main" id="{5B675803-C045-45DC-8B2B-CDE25229E7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37" name="Freeform 19">
                <a:extLst>
                  <a:ext uri="{FF2B5EF4-FFF2-40B4-BE49-F238E27FC236}">
                    <a16:creationId xmlns:a16="http://schemas.microsoft.com/office/drawing/2014/main" id="{EADA3295-F2BE-46B1-B100-FE72BA7FB8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38" name="Freeform 20">
                <a:extLst>
                  <a:ext uri="{FF2B5EF4-FFF2-40B4-BE49-F238E27FC236}">
                    <a16:creationId xmlns:a16="http://schemas.microsoft.com/office/drawing/2014/main" id="{551DAFD8-4E73-4975-A320-A28713040AF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39" name="Rectangle 21">
                <a:extLst>
                  <a:ext uri="{FF2B5EF4-FFF2-40B4-BE49-F238E27FC236}">
                    <a16:creationId xmlns:a16="http://schemas.microsoft.com/office/drawing/2014/main" id="{CC70859F-6F0C-458C-871C-659479A77333}"/>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sp>
          <p:sp>
            <p:nvSpPr>
              <p:cNvPr id="40" name="Freeform 22">
                <a:extLst>
                  <a:ext uri="{FF2B5EF4-FFF2-40B4-BE49-F238E27FC236}">
                    <a16:creationId xmlns:a16="http://schemas.microsoft.com/office/drawing/2014/main" id="{5B72D469-05AB-4030-A098-93996328F6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41" name="Freeform 23">
                <a:extLst>
                  <a:ext uri="{FF2B5EF4-FFF2-40B4-BE49-F238E27FC236}">
                    <a16:creationId xmlns:a16="http://schemas.microsoft.com/office/drawing/2014/main" id="{75DBFDF8-F8E9-48E1-A45A-D2B5AE2DF81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42" name="Freeform 24">
                <a:extLst>
                  <a:ext uri="{FF2B5EF4-FFF2-40B4-BE49-F238E27FC236}">
                    <a16:creationId xmlns:a16="http://schemas.microsoft.com/office/drawing/2014/main" id="{0551FF34-D734-4387-A502-51A05F44AA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43" name="Freeform 25">
                <a:extLst>
                  <a:ext uri="{FF2B5EF4-FFF2-40B4-BE49-F238E27FC236}">
                    <a16:creationId xmlns:a16="http://schemas.microsoft.com/office/drawing/2014/main" id="{AFC8681E-1281-45FF-BAE4-117F130B58F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44" name="Freeform 26">
                <a:extLst>
                  <a:ext uri="{FF2B5EF4-FFF2-40B4-BE49-F238E27FC236}">
                    <a16:creationId xmlns:a16="http://schemas.microsoft.com/office/drawing/2014/main" id="{50129A5D-104B-4BA4-BF6B-EFE5A18E9D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45" name="Freeform 27">
                <a:extLst>
                  <a:ext uri="{FF2B5EF4-FFF2-40B4-BE49-F238E27FC236}">
                    <a16:creationId xmlns:a16="http://schemas.microsoft.com/office/drawing/2014/main" id="{B577A65E-5B12-4906-BE44-488292A611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46" name="Freeform 28">
                <a:extLst>
                  <a:ext uri="{FF2B5EF4-FFF2-40B4-BE49-F238E27FC236}">
                    <a16:creationId xmlns:a16="http://schemas.microsoft.com/office/drawing/2014/main" id="{B4979406-1BBE-4866-A457-C27512B370F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47" name="Freeform 29">
                <a:extLst>
                  <a:ext uri="{FF2B5EF4-FFF2-40B4-BE49-F238E27FC236}">
                    <a16:creationId xmlns:a16="http://schemas.microsoft.com/office/drawing/2014/main" id="{549FFC41-8687-4748-9C1D-2A4646E5259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48" name="Freeform 30">
                <a:extLst>
                  <a:ext uri="{FF2B5EF4-FFF2-40B4-BE49-F238E27FC236}">
                    <a16:creationId xmlns:a16="http://schemas.microsoft.com/office/drawing/2014/main" id="{B11E840F-BD53-4800-83CA-1947A25D64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49" name="Freeform 31">
                <a:extLst>
                  <a:ext uri="{FF2B5EF4-FFF2-40B4-BE49-F238E27FC236}">
                    <a16:creationId xmlns:a16="http://schemas.microsoft.com/office/drawing/2014/main" id="{B4CCFC6B-527F-45F5-B3D7-E9B97D93C0F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grpSp>
        <p:grpSp>
          <p:nvGrpSpPr>
            <p:cNvPr id="12" name="Group 11">
              <a:extLst>
                <a:ext uri="{FF2B5EF4-FFF2-40B4-BE49-F238E27FC236}">
                  <a16:creationId xmlns:a16="http://schemas.microsoft.com/office/drawing/2014/main" id="{D3DCC051-27F2-4DBE-A517-3C7B41B68455}"/>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3" name="Freeform 32">
                <a:extLst>
                  <a:ext uri="{FF2B5EF4-FFF2-40B4-BE49-F238E27FC236}">
                    <a16:creationId xmlns:a16="http://schemas.microsoft.com/office/drawing/2014/main" id="{430CD11B-83C2-4688-998D-61671562F0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14" name="Freeform 33">
                <a:extLst>
                  <a:ext uri="{FF2B5EF4-FFF2-40B4-BE49-F238E27FC236}">
                    <a16:creationId xmlns:a16="http://schemas.microsoft.com/office/drawing/2014/main" id="{A416D02C-5F18-4A38-9CFB-8A621C721E4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15" name="Freeform 34">
                <a:extLst>
                  <a:ext uri="{FF2B5EF4-FFF2-40B4-BE49-F238E27FC236}">
                    <a16:creationId xmlns:a16="http://schemas.microsoft.com/office/drawing/2014/main" id="{573D4C8C-23EB-4CC5-AB4F-4B4EB14648B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16" name="Freeform 35">
                <a:extLst>
                  <a:ext uri="{FF2B5EF4-FFF2-40B4-BE49-F238E27FC236}">
                    <a16:creationId xmlns:a16="http://schemas.microsoft.com/office/drawing/2014/main" id="{0252D8BA-387F-4F32-82AE-F3CD4A9C54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17" name="Freeform 36">
                <a:extLst>
                  <a:ext uri="{FF2B5EF4-FFF2-40B4-BE49-F238E27FC236}">
                    <a16:creationId xmlns:a16="http://schemas.microsoft.com/office/drawing/2014/main" id="{9A6E44F7-44BE-461D-A533-541FE46C07B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18" name="Freeform 37">
                <a:extLst>
                  <a:ext uri="{FF2B5EF4-FFF2-40B4-BE49-F238E27FC236}">
                    <a16:creationId xmlns:a16="http://schemas.microsoft.com/office/drawing/2014/main" id="{566C6055-836D-49ED-A4FC-5775CA27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19" name="Freeform 38">
                <a:extLst>
                  <a:ext uri="{FF2B5EF4-FFF2-40B4-BE49-F238E27FC236}">
                    <a16:creationId xmlns:a16="http://schemas.microsoft.com/office/drawing/2014/main" id="{F14FE2AF-B4CA-4539-9777-0FC2D4A7AB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20" name="Freeform 39">
                <a:extLst>
                  <a:ext uri="{FF2B5EF4-FFF2-40B4-BE49-F238E27FC236}">
                    <a16:creationId xmlns:a16="http://schemas.microsoft.com/office/drawing/2014/main" id="{9FBA3A27-1780-40C8-A3AE-6E2EA7A342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21" name="Freeform 40">
                <a:extLst>
                  <a:ext uri="{FF2B5EF4-FFF2-40B4-BE49-F238E27FC236}">
                    <a16:creationId xmlns:a16="http://schemas.microsoft.com/office/drawing/2014/main" id="{A2C28934-2400-466F-B4D7-5A7D5467D2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22" name="Rectangle 41">
                <a:extLst>
                  <a:ext uri="{FF2B5EF4-FFF2-40B4-BE49-F238E27FC236}">
                    <a16:creationId xmlns:a16="http://schemas.microsoft.com/office/drawing/2014/main" id="{41D0850A-1F9C-4759-AD74-903DE36F86A8}"/>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sp>
        </p:grpSp>
      </p:grpSp>
      <p:pic>
        <p:nvPicPr>
          <p:cNvPr id="51" name="Picture 2">
            <a:extLst>
              <a:ext uri="{FF2B5EF4-FFF2-40B4-BE49-F238E27FC236}">
                <a16:creationId xmlns:a16="http://schemas.microsoft.com/office/drawing/2014/main" id="{9018343C-0778-41DD-9B4B-DD35C732502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1591" y="0"/>
            <a:ext cx="12192003" cy="6858001"/>
          </a:xfrm>
          <a:prstGeom prst="rect">
            <a:avLst/>
          </a:prstGeom>
          <a:noFill/>
          <a:extLst>
            <a:ext uri="{909E8E84-426E-40dd-AFC4-6F175D3DCCD1}">
              <a14:hiddenFill xmlns:a14="http://schemas.microsoft.com/office/drawing/2010/main" xmlns:p14="http://schemas.microsoft.com/office/powerpoint/2010/main" xmlns:a16="http://schemas.microsoft.com/office/drawing/2014/main" xmlns="">
                <a:solidFill>
                  <a:srgbClr val="FFFFFF"/>
                </a:solidFill>
              </a14:hiddenFill>
            </a:ext>
          </a:extLst>
        </p:spPr>
      </p:pic>
      <p:grpSp>
        <p:nvGrpSpPr>
          <p:cNvPr id="53" name="Group 52">
            <a:extLst>
              <a:ext uri="{FF2B5EF4-FFF2-40B4-BE49-F238E27FC236}">
                <a16:creationId xmlns:a16="http://schemas.microsoft.com/office/drawing/2014/main" id="{71B927C1-9798-4C5C-B5C1-533BAC6E53B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053888" cy="6858001"/>
            <a:chOff x="-14288" y="0"/>
            <a:chExt cx="12053888" cy="6858001"/>
          </a:xfrm>
        </p:grpSpPr>
        <p:grpSp>
          <p:nvGrpSpPr>
            <p:cNvPr id="54" name="Group 53">
              <a:extLst>
                <a:ext uri="{FF2B5EF4-FFF2-40B4-BE49-F238E27FC236}">
                  <a16:creationId xmlns:a16="http://schemas.microsoft.com/office/drawing/2014/main" id="{BD1CBC78-DE67-41CF-AEBA-457CF7FC18A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66" name="Rectangle 5">
                <a:extLst>
                  <a:ext uri="{FF2B5EF4-FFF2-40B4-BE49-F238E27FC236}">
                    <a16:creationId xmlns:a16="http://schemas.microsoft.com/office/drawing/2014/main" id="{60B54AE6-A39D-4588-83AD-A1EDA79EB628}"/>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sp>
          <p:sp>
            <p:nvSpPr>
              <p:cNvPr id="67" name="Freeform 6">
                <a:extLst>
                  <a:ext uri="{FF2B5EF4-FFF2-40B4-BE49-F238E27FC236}">
                    <a16:creationId xmlns:a16="http://schemas.microsoft.com/office/drawing/2014/main" id="{591BE68D-E84D-47D1-8C2C-84C07EF0B09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68" name="Freeform 7">
                <a:extLst>
                  <a:ext uri="{FF2B5EF4-FFF2-40B4-BE49-F238E27FC236}">
                    <a16:creationId xmlns:a16="http://schemas.microsoft.com/office/drawing/2014/main" id="{A2204FBD-C360-4355-844D-09AC040FD96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69" name="Freeform 8">
                <a:extLst>
                  <a:ext uri="{FF2B5EF4-FFF2-40B4-BE49-F238E27FC236}">
                    <a16:creationId xmlns:a16="http://schemas.microsoft.com/office/drawing/2014/main" id="{28D72865-B9BB-4F5E-9DEC-C4DA21C257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70" name="Freeform 9">
                <a:extLst>
                  <a:ext uri="{FF2B5EF4-FFF2-40B4-BE49-F238E27FC236}">
                    <a16:creationId xmlns:a16="http://schemas.microsoft.com/office/drawing/2014/main" id="{AB7FBD61-8186-4A9B-8FE5-E211E99A0C6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71" name="Freeform 10">
                <a:extLst>
                  <a:ext uri="{FF2B5EF4-FFF2-40B4-BE49-F238E27FC236}">
                    <a16:creationId xmlns:a16="http://schemas.microsoft.com/office/drawing/2014/main" id="{8C9982D6-12E5-4920-9107-FEF23A699A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72" name="Freeform 11">
                <a:extLst>
                  <a:ext uri="{FF2B5EF4-FFF2-40B4-BE49-F238E27FC236}">
                    <a16:creationId xmlns:a16="http://schemas.microsoft.com/office/drawing/2014/main" id="{9BB3F80E-6F52-44C9-B9D2-55BDB62FAD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73" name="Freeform 12">
                <a:extLst>
                  <a:ext uri="{FF2B5EF4-FFF2-40B4-BE49-F238E27FC236}">
                    <a16:creationId xmlns:a16="http://schemas.microsoft.com/office/drawing/2014/main" id="{27B6E33E-0CBC-44AA-99E3-6893463ECB3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74" name="Freeform 13">
                <a:extLst>
                  <a:ext uri="{FF2B5EF4-FFF2-40B4-BE49-F238E27FC236}">
                    <a16:creationId xmlns:a16="http://schemas.microsoft.com/office/drawing/2014/main" id="{E4FBA0A1-7DE5-4E1F-8188-76740F5F689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75" name="Freeform 14">
                <a:extLst>
                  <a:ext uri="{FF2B5EF4-FFF2-40B4-BE49-F238E27FC236}">
                    <a16:creationId xmlns:a16="http://schemas.microsoft.com/office/drawing/2014/main" id="{D7327CF4-A65A-46FF-B252-3E0707230F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76" name="Freeform 15">
                <a:extLst>
                  <a:ext uri="{FF2B5EF4-FFF2-40B4-BE49-F238E27FC236}">
                    <a16:creationId xmlns:a16="http://schemas.microsoft.com/office/drawing/2014/main" id="{94491CCA-20DD-416E-97F6-8449A0E2F11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77" name="Line 16">
                <a:extLst>
                  <a:ext uri="{FF2B5EF4-FFF2-40B4-BE49-F238E27FC236}">
                    <a16:creationId xmlns:a16="http://schemas.microsoft.com/office/drawing/2014/main" id="{9E408FEC-126E-4556-8DA1-F77E5701564B}"/>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sp>
          <p:sp>
            <p:nvSpPr>
              <p:cNvPr id="78" name="Freeform 17">
                <a:extLst>
                  <a:ext uri="{FF2B5EF4-FFF2-40B4-BE49-F238E27FC236}">
                    <a16:creationId xmlns:a16="http://schemas.microsoft.com/office/drawing/2014/main" id="{11299703-E290-42D8-9D2D-5659377461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79" name="Freeform 18">
                <a:extLst>
                  <a:ext uri="{FF2B5EF4-FFF2-40B4-BE49-F238E27FC236}">
                    <a16:creationId xmlns:a16="http://schemas.microsoft.com/office/drawing/2014/main" id="{F0D8EDED-63DD-48FD-9B2A-AAF9CAAEBA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80" name="Freeform 19">
                <a:extLst>
                  <a:ext uri="{FF2B5EF4-FFF2-40B4-BE49-F238E27FC236}">
                    <a16:creationId xmlns:a16="http://schemas.microsoft.com/office/drawing/2014/main" id="{1C841D15-6D0B-43DA-9189-54AE258E1A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81" name="Freeform 20">
                <a:extLst>
                  <a:ext uri="{FF2B5EF4-FFF2-40B4-BE49-F238E27FC236}">
                    <a16:creationId xmlns:a16="http://schemas.microsoft.com/office/drawing/2014/main" id="{470BE3D1-28A8-4F20-B18C-8E677B08645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82" name="Rectangle 21">
                <a:extLst>
                  <a:ext uri="{FF2B5EF4-FFF2-40B4-BE49-F238E27FC236}">
                    <a16:creationId xmlns:a16="http://schemas.microsoft.com/office/drawing/2014/main" id="{AE149E9A-866F-4466-9B1D-6B49361DAAE0}"/>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sp>
          <p:sp>
            <p:nvSpPr>
              <p:cNvPr id="83" name="Freeform 22">
                <a:extLst>
                  <a:ext uri="{FF2B5EF4-FFF2-40B4-BE49-F238E27FC236}">
                    <a16:creationId xmlns:a16="http://schemas.microsoft.com/office/drawing/2014/main" id="{C6D0299C-524E-4E5D-9F06-BAF2BFF218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84" name="Freeform 23">
                <a:extLst>
                  <a:ext uri="{FF2B5EF4-FFF2-40B4-BE49-F238E27FC236}">
                    <a16:creationId xmlns:a16="http://schemas.microsoft.com/office/drawing/2014/main" id="{B8B5DC83-B8E6-477E-8DA5-189A242D671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85" name="Freeform 24">
                <a:extLst>
                  <a:ext uri="{FF2B5EF4-FFF2-40B4-BE49-F238E27FC236}">
                    <a16:creationId xmlns:a16="http://schemas.microsoft.com/office/drawing/2014/main" id="{9194CC76-136B-44AF-9D62-1CA9F6DD94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86" name="Freeform 25">
                <a:extLst>
                  <a:ext uri="{FF2B5EF4-FFF2-40B4-BE49-F238E27FC236}">
                    <a16:creationId xmlns:a16="http://schemas.microsoft.com/office/drawing/2014/main" id="{E8ACD66F-F4B0-4A77-B1A5-9EDCC4EEE25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87" name="Freeform 26">
                <a:extLst>
                  <a:ext uri="{FF2B5EF4-FFF2-40B4-BE49-F238E27FC236}">
                    <a16:creationId xmlns:a16="http://schemas.microsoft.com/office/drawing/2014/main" id="{F78B2DB3-FD63-48E2-A23E-F6E97C2446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88" name="Freeform 27">
                <a:extLst>
                  <a:ext uri="{FF2B5EF4-FFF2-40B4-BE49-F238E27FC236}">
                    <a16:creationId xmlns:a16="http://schemas.microsoft.com/office/drawing/2014/main" id="{AB42FFCE-D4FC-485E-90D5-39D721CFA9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89" name="Freeform 28">
                <a:extLst>
                  <a:ext uri="{FF2B5EF4-FFF2-40B4-BE49-F238E27FC236}">
                    <a16:creationId xmlns:a16="http://schemas.microsoft.com/office/drawing/2014/main" id="{04658F53-ECB3-4DD3-AC4C-73F53A457DC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90" name="Freeform 29">
                <a:extLst>
                  <a:ext uri="{FF2B5EF4-FFF2-40B4-BE49-F238E27FC236}">
                    <a16:creationId xmlns:a16="http://schemas.microsoft.com/office/drawing/2014/main" id="{2AE028A6-8CE7-4186-A31E-D2A40ECDFD5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91" name="Freeform 30">
                <a:extLst>
                  <a:ext uri="{FF2B5EF4-FFF2-40B4-BE49-F238E27FC236}">
                    <a16:creationId xmlns:a16="http://schemas.microsoft.com/office/drawing/2014/main" id="{AE921804-452E-42DB-80F8-051A53E2CD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92" name="Freeform 31">
                <a:extLst>
                  <a:ext uri="{FF2B5EF4-FFF2-40B4-BE49-F238E27FC236}">
                    <a16:creationId xmlns:a16="http://schemas.microsoft.com/office/drawing/2014/main" id="{E9B02156-F8B0-4C97-AAF3-97C74A2C665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grpSp>
        <p:grpSp>
          <p:nvGrpSpPr>
            <p:cNvPr id="55" name="Group 54">
              <a:extLst>
                <a:ext uri="{FF2B5EF4-FFF2-40B4-BE49-F238E27FC236}">
                  <a16:creationId xmlns:a16="http://schemas.microsoft.com/office/drawing/2014/main" id="{36CA6519-2870-4AD4-8099-18D508E3FF68}"/>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56" name="Freeform 32">
                <a:extLst>
                  <a:ext uri="{FF2B5EF4-FFF2-40B4-BE49-F238E27FC236}">
                    <a16:creationId xmlns:a16="http://schemas.microsoft.com/office/drawing/2014/main" id="{BC3C6E82-8E4E-4854-A2D1-7DAF1F35FB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57" name="Freeform 33">
                <a:extLst>
                  <a:ext uri="{FF2B5EF4-FFF2-40B4-BE49-F238E27FC236}">
                    <a16:creationId xmlns:a16="http://schemas.microsoft.com/office/drawing/2014/main" id="{6DF90866-7048-488A-A4B3-6A3F8500E5B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58" name="Freeform 34">
                <a:extLst>
                  <a:ext uri="{FF2B5EF4-FFF2-40B4-BE49-F238E27FC236}">
                    <a16:creationId xmlns:a16="http://schemas.microsoft.com/office/drawing/2014/main" id="{C7492B5B-0DAF-40D2-8D7E-A5B1CB80A89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59" name="Freeform 35">
                <a:extLst>
                  <a:ext uri="{FF2B5EF4-FFF2-40B4-BE49-F238E27FC236}">
                    <a16:creationId xmlns:a16="http://schemas.microsoft.com/office/drawing/2014/main" id="{7F3E205C-1EDF-44F1-ADFF-907F6F9A78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60" name="Freeform 36">
                <a:extLst>
                  <a:ext uri="{FF2B5EF4-FFF2-40B4-BE49-F238E27FC236}">
                    <a16:creationId xmlns:a16="http://schemas.microsoft.com/office/drawing/2014/main" id="{F1F97E15-C677-4DF3-9CDD-FA73AF35C3B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61" name="Freeform 37">
                <a:extLst>
                  <a:ext uri="{FF2B5EF4-FFF2-40B4-BE49-F238E27FC236}">
                    <a16:creationId xmlns:a16="http://schemas.microsoft.com/office/drawing/2014/main" id="{3E9072E3-BE5E-4305-ACA6-9A21804B0B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62" name="Freeform 38">
                <a:extLst>
                  <a:ext uri="{FF2B5EF4-FFF2-40B4-BE49-F238E27FC236}">
                    <a16:creationId xmlns:a16="http://schemas.microsoft.com/office/drawing/2014/main" id="{B423CA3B-303A-4681-A241-773908084B5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63" name="Freeform 39">
                <a:extLst>
                  <a:ext uri="{FF2B5EF4-FFF2-40B4-BE49-F238E27FC236}">
                    <a16:creationId xmlns:a16="http://schemas.microsoft.com/office/drawing/2014/main" id="{BBBF1F7D-CCDC-4994-AC8E-F0659B7C73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64" name="Freeform 40">
                <a:extLst>
                  <a:ext uri="{FF2B5EF4-FFF2-40B4-BE49-F238E27FC236}">
                    <a16:creationId xmlns:a16="http://schemas.microsoft.com/office/drawing/2014/main" id="{FB5963B4-24BD-41E4-B478-711756BB5B6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65" name="Rectangle 41">
                <a:extLst>
                  <a:ext uri="{FF2B5EF4-FFF2-40B4-BE49-F238E27FC236}">
                    <a16:creationId xmlns:a16="http://schemas.microsoft.com/office/drawing/2014/main" id="{86840453-F642-4E05-9EEA-F9155CEDEE8A}"/>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sp>
        </p:grpSp>
      </p:grpSp>
      <p:sp useBgFill="1">
        <p:nvSpPr>
          <p:cNvPr id="94" name="Rectangle 93">
            <a:extLst>
              <a:ext uri="{FF2B5EF4-FFF2-40B4-BE49-F238E27FC236}">
                <a16:creationId xmlns:a16="http://schemas.microsoft.com/office/drawing/2014/main" id="{F04D02B2-0CF7-407E-A7F3-CEB52ABEB2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6" name="Group 95">
            <a:extLst>
              <a:ext uri="{FF2B5EF4-FFF2-40B4-BE49-F238E27FC236}">
                <a16:creationId xmlns:a16="http://schemas.microsoft.com/office/drawing/2014/main" id="{C6DDA51F-AA5F-45C8-84DC-CEAE96F27A8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00" y="-11384"/>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97" name="Rectangle 5">
              <a:extLst>
                <a:ext uri="{FF2B5EF4-FFF2-40B4-BE49-F238E27FC236}">
                  <a16:creationId xmlns:a16="http://schemas.microsoft.com/office/drawing/2014/main" id="{BF34871E-B64D-47C9-ABC1-518F49729EEA}"/>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miter lim="800000"/>
                  <a:headEnd/>
                  <a:tailEnd/>
                </a14:hiddenLine>
              </a:ext>
            </a:extLst>
          </p:spPr>
        </p:sp>
        <p:sp>
          <p:nvSpPr>
            <p:cNvPr id="98" name="Freeform 6">
              <a:extLst>
                <a:ext uri="{FF2B5EF4-FFF2-40B4-BE49-F238E27FC236}">
                  <a16:creationId xmlns:a16="http://schemas.microsoft.com/office/drawing/2014/main" id="{2EFC3199-B82F-435F-A30D-F593CBD580C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sp>
        <p:sp>
          <p:nvSpPr>
            <p:cNvPr id="99" name="Freeform 7">
              <a:extLst>
                <a:ext uri="{FF2B5EF4-FFF2-40B4-BE49-F238E27FC236}">
                  <a16:creationId xmlns:a16="http://schemas.microsoft.com/office/drawing/2014/main" id="{38E53882-1F61-43E0-B79A-ACED3384780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sp>
        <p:sp>
          <p:nvSpPr>
            <p:cNvPr id="100" name="Freeform 8">
              <a:extLst>
                <a:ext uri="{FF2B5EF4-FFF2-40B4-BE49-F238E27FC236}">
                  <a16:creationId xmlns:a16="http://schemas.microsoft.com/office/drawing/2014/main" id="{F52A5BC5-6859-40F8-8B67-F512117D6C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sp>
        <p:sp>
          <p:nvSpPr>
            <p:cNvPr id="101" name="Freeform 9">
              <a:extLst>
                <a:ext uri="{FF2B5EF4-FFF2-40B4-BE49-F238E27FC236}">
                  <a16:creationId xmlns:a16="http://schemas.microsoft.com/office/drawing/2014/main" id="{CEB5A396-50E3-4BD8-8963-F88BE3D591B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sp>
        <p:sp>
          <p:nvSpPr>
            <p:cNvPr id="102" name="Freeform 10">
              <a:extLst>
                <a:ext uri="{FF2B5EF4-FFF2-40B4-BE49-F238E27FC236}">
                  <a16:creationId xmlns:a16="http://schemas.microsoft.com/office/drawing/2014/main" id="{1188D78F-BD3C-404E-A542-863D7DE029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sp>
        <p:sp>
          <p:nvSpPr>
            <p:cNvPr id="103" name="Freeform 11">
              <a:extLst>
                <a:ext uri="{FF2B5EF4-FFF2-40B4-BE49-F238E27FC236}">
                  <a16:creationId xmlns:a16="http://schemas.microsoft.com/office/drawing/2014/main" id="{C5F2E59C-EE00-47F4-94B8-5DF072AE57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sp>
        <p:sp>
          <p:nvSpPr>
            <p:cNvPr id="104" name="Freeform 12">
              <a:extLst>
                <a:ext uri="{FF2B5EF4-FFF2-40B4-BE49-F238E27FC236}">
                  <a16:creationId xmlns:a16="http://schemas.microsoft.com/office/drawing/2014/main" id="{E953844C-2F95-4BCB-925D-89BCF13255E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sp>
        <p:sp>
          <p:nvSpPr>
            <p:cNvPr id="105" name="Freeform 13">
              <a:extLst>
                <a:ext uri="{FF2B5EF4-FFF2-40B4-BE49-F238E27FC236}">
                  <a16:creationId xmlns:a16="http://schemas.microsoft.com/office/drawing/2014/main" id="{16DFAD72-0B21-43D6-BAD6-901CC994074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sp>
        <p:sp>
          <p:nvSpPr>
            <p:cNvPr id="106" name="Freeform 14">
              <a:extLst>
                <a:ext uri="{FF2B5EF4-FFF2-40B4-BE49-F238E27FC236}">
                  <a16:creationId xmlns:a16="http://schemas.microsoft.com/office/drawing/2014/main" id="{9C3588CC-2440-440D-A141-9206C65A20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sp>
        <p:sp>
          <p:nvSpPr>
            <p:cNvPr id="107" name="Freeform 15">
              <a:extLst>
                <a:ext uri="{FF2B5EF4-FFF2-40B4-BE49-F238E27FC236}">
                  <a16:creationId xmlns:a16="http://schemas.microsoft.com/office/drawing/2014/main" id="{0A71A2F7-613C-41A9-B808-A8E1BDC2339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sp>
        <p:sp>
          <p:nvSpPr>
            <p:cNvPr id="108" name="Line 16">
              <a:extLst>
                <a:ext uri="{FF2B5EF4-FFF2-40B4-BE49-F238E27FC236}">
                  <a16:creationId xmlns:a16="http://schemas.microsoft.com/office/drawing/2014/main" id="{CCC8072C-0F4A-440E-85F8-21BD6CFCBBF1}"/>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sp>
        <p:sp>
          <p:nvSpPr>
            <p:cNvPr id="109" name="Freeform 17">
              <a:extLst>
                <a:ext uri="{FF2B5EF4-FFF2-40B4-BE49-F238E27FC236}">
                  <a16:creationId xmlns:a16="http://schemas.microsoft.com/office/drawing/2014/main" id="{4B4C9869-76AD-4C59-8DD5-6B58C2D714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sp>
        <p:sp>
          <p:nvSpPr>
            <p:cNvPr id="110" name="Freeform 18">
              <a:extLst>
                <a:ext uri="{FF2B5EF4-FFF2-40B4-BE49-F238E27FC236}">
                  <a16:creationId xmlns:a16="http://schemas.microsoft.com/office/drawing/2014/main" id="{87FF3E02-500A-4F64-8848-E736A2C77B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sp>
        <p:sp>
          <p:nvSpPr>
            <p:cNvPr id="111" name="Freeform 19">
              <a:extLst>
                <a:ext uri="{FF2B5EF4-FFF2-40B4-BE49-F238E27FC236}">
                  <a16:creationId xmlns:a16="http://schemas.microsoft.com/office/drawing/2014/main" id="{60D3FC48-EA2B-469C-AA24-76B0D7DAE2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sp>
        <p:sp>
          <p:nvSpPr>
            <p:cNvPr id="112" name="Freeform 20">
              <a:extLst>
                <a:ext uri="{FF2B5EF4-FFF2-40B4-BE49-F238E27FC236}">
                  <a16:creationId xmlns:a16="http://schemas.microsoft.com/office/drawing/2014/main" id="{457EFF6D-A151-4B71-A304-9746BCC3F7C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sp>
        <p:sp>
          <p:nvSpPr>
            <p:cNvPr id="113" name="Rectangle 21">
              <a:extLst>
                <a:ext uri="{FF2B5EF4-FFF2-40B4-BE49-F238E27FC236}">
                  <a16:creationId xmlns:a16="http://schemas.microsoft.com/office/drawing/2014/main" id="{5272A688-3CE0-4825-B9B5-94092DCF49E2}"/>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miter lim="800000"/>
                  <a:headEnd/>
                  <a:tailEnd/>
                </a14:hiddenLine>
              </a:ext>
            </a:extLst>
          </p:spPr>
        </p:sp>
        <p:sp>
          <p:nvSpPr>
            <p:cNvPr id="114" name="Freeform 22">
              <a:extLst>
                <a:ext uri="{FF2B5EF4-FFF2-40B4-BE49-F238E27FC236}">
                  <a16:creationId xmlns:a16="http://schemas.microsoft.com/office/drawing/2014/main" id="{92B0BB5B-58FA-47AA-A7CF-6811E1B03C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sp>
        <p:sp>
          <p:nvSpPr>
            <p:cNvPr id="115" name="Freeform 23">
              <a:extLst>
                <a:ext uri="{FF2B5EF4-FFF2-40B4-BE49-F238E27FC236}">
                  <a16:creationId xmlns:a16="http://schemas.microsoft.com/office/drawing/2014/main" id="{5540DDDF-6A7E-4CE4-905A-8D4B83A070E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sp>
        <p:sp>
          <p:nvSpPr>
            <p:cNvPr id="116" name="Freeform 24">
              <a:extLst>
                <a:ext uri="{FF2B5EF4-FFF2-40B4-BE49-F238E27FC236}">
                  <a16:creationId xmlns:a16="http://schemas.microsoft.com/office/drawing/2014/main" id="{809F7269-5CA1-46CB-948C-13787BC475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sp>
        <p:sp>
          <p:nvSpPr>
            <p:cNvPr id="117" name="Freeform 25">
              <a:extLst>
                <a:ext uri="{FF2B5EF4-FFF2-40B4-BE49-F238E27FC236}">
                  <a16:creationId xmlns:a16="http://schemas.microsoft.com/office/drawing/2014/main" id="{3709D6DA-015F-4C16-94DD-ABEEA131AF4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sp>
        <p:sp>
          <p:nvSpPr>
            <p:cNvPr id="118" name="Freeform 26">
              <a:extLst>
                <a:ext uri="{FF2B5EF4-FFF2-40B4-BE49-F238E27FC236}">
                  <a16:creationId xmlns:a16="http://schemas.microsoft.com/office/drawing/2014/main" id="{8B93C08E-CD79-46A8-BA96-3702505C4D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sp>
        <p:sp>
          <p:nvSpPr>
            <p:cNvPr id="119" name="Freeform 27">
              <a:extLst>
                <a:ext uri="{FF2B5EF4-FFF2-40B4-BE49-F238E27FC236}">
                  <a16:creationId xmlns:a16="http://schemas.microsoft.com/office/drawing/2014/main" id="{04FE9491-C10F-4913-B24A-676F284C16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sp>
        <p:sp>
          <p:nvSpPr>
            <p:cNvPr id="120" name="Freeform 28">
              <a:extLst>
                <a:ext uri="{FF2B5EF4-FFF2-40B4-BE49-F238E27FC236}">
                  <a16:creationId xmlns:a16="http://schemas.microsoft.com/office/drawing/2014/main" id="{913C482B-C5FC-45AD-8C72-73C16C93957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sp>
        <p:sp>
          <p:nvSpPr>
            <p:cNvPr id="121" name="Freeform 29">
              <a:extLst>
                <a:ext uri="{FF2B5EF4-FFF2-40B4-BE49-F238E27FC236}">
                  <a16:creationId xmlns:a16="http://schemas.microsoft.com/office/drawing/2014/main" id="{6C188634-D7BC-4AA4-AE9A-84AD81BBAC1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sp>
        <p:sp>
          <p:nvSpPr>
            <p:cNvPr id="122" name="Freeform 30">
              <a:extLst>
                <a:ext uri="{FF2B5EF4-FFF2-40B4-BE49-F238E27FC236}">
                  <a16:creationId xmlns:a16="http://schemas.microsoft.com/office/drawing/2014/main" id="{8E7875E7-9177-4B5A-9E27-0112064F80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sp>
        <p:sp>
          <p:nvSpPr>
            <p:cNvPr id="123" name="Freeform 31">
              <a:extLst>
                <a:ext uri="{FF2B5EF4-FFF2-40B4-BE49-F238E27FC236}">
                  <a16:creationId xmlns:a16="http://schemas.microsoft.com/office/drawing/2014/main" id="{59B8ABC3-D670-4736-84AB-C73CA4B1960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sp>
      </p:grpSp>
      <p:pic>
        <p:nvPicPr>
          <p:cNvPr id="125" name="Picture 2">
            <a:extLst>
              <a:ext uri="{FF2B5EF4-FFF2-40B4-BE49-F238E27FC236}">
                <a16:creationId xmlns:a16="http://schemas.microsoft.com/office/drawing/2014/main" id="{FD8ABCF5-CC25-4369-8CA0-1016BADA2EC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rcRect/>
          <a:stretch>
            <a:fillRect/>
          </a:stretch>
        </p:blipFill>
        <p:spPr bwMode="auto">
          <a:xfrm>
            <a:off x="1190" y="-2"/>
            <a:ext cx="4061525" cy="6858001"/>
          </a:xfrm>
          <a:prstGeom prst="rect">
            <a:avLst/>
          </a:prstGeom>
          <a:extLst>
            <a:ext uri="{909E8E84-426E-40dd-AFC4-6F175D3DCCD1}">
              <a14:hiddenFill xmlns:a14="http://schemas.microsoft.com/office/drawing/2010/main" xmlns:dgm="http://schemas.openxmlformats.org/drawingml/2006/diagram" xmlns:p14="http://schemas.microsoft.com/office/powerpoint/2010/main" xmlns:a16="http://schemas.microsoft.com/office/drawing/2014/main" xmlns="">
                <a:solidFill>
                  <a:srgbClr val="FFFFFF"/>
                </a:solidFill>
              </a14:hiddenFill>
            </a:ext>
          </a:extLst>
        </p:spPr>
      </p:pic>
      <p:sp>
        <p:nvSpPr>
          <p:cNvPr id="127" name="Rectangle 126">
            <a:extLst>
              <a:ext uri="{FF2B5EF4-FFF2-40B4-BE49-F238E27FC236}">
                <a16:creationId xmlns:a16="http://schemas.microsoft.com/office/drawing/2014/main" id="{9A6CAB08-AD55-4410-9A2A-31FA98F247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853"/>
            <a:ext cx="4055621" cy="6858000"/>
          </a:xfrm>
          <a:prstGeom prst="rect">
            <a:avLst/>
          </a:prstGeom>
          <a:ln>
            <a:noFill/>
          </a:ln>
          <a:effectLst>
            <a:outerShdw blurRad="76200" dist="38100" algn="l" rotWithShape="0">
              <a:prstClr val="black">
                <a:alpha val="37000"/>
              </a:prstClr>
            </a:outerShdw>
          </a:effectLst>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grpSp>
        <p:nvGrpSpPr>
          <p:cNvPr id="129" name="Group 128">
            <a:extLst>
              <a:ext uri="{FF2B5EF4-FFF2-40B4-BE49-F238E27FC236}">
                <a16:creationId xmlns:a16="http://schemas.microsoft.com/office/drawing/2014/main" id="{652DAC3A-4FD0-4A8F-92B6-435AA80392D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90" y="-9998"/>
            <a:ext cx="1220788" cy="6858001"/>
            <a:chOff x="-14288" y="0"/>
            <a:chExt cx="1220788" cy="6858001"/>
          </a:xfrm>
          <a:gradFill flip="none" rotWithShape="1">
            <a:gsLst>
              <a:gs pos="0">
                <a:schemeClr val="bg2"/>
              </a:gs>
              <a:gs pos="100000">
                <a:schemeClr val="tx2">
                  <a:lumMod val="60000"/>
                  <a:lumOff val="40000"/>
                </a:schemeClr>
              </a:gs>
            </a:gsLst>
            <a:lin ang="5400000" scaled="0"/>
            <a:tileRect/>
          </a:gradFill>
        </p:grpSpPr>
        <p:sp>
          <p:nvSpPr>
            <p:cNvPr id="130" name="Rectangle 5">
              <a:extLst>
                <a:ext uri="{FF2B5EF4-FFF2-40B4-BE49-F238E27FC236}">
                  <a16:creationId xmlns:a16="http://schemas.microsoft.com/office/drawing/2014/main" id="{B9D64E40-B368-413D-8A3E-FFCAA54D281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miter lim="800000"/>
                  <a:headEnd/>
                  <a:tailEnd/>
                </a14:hiddenLine>
              </a:ext>
            </a:extLst>
          </p:spPr>
        </p:sp>
        <p:sp>
          <p:nvSpPr>
            <p:cNvPr id="131" name="Freeform 6">
              <a:extLst>
                <a:ext uri="{FF2B5EF4-FFF2-40B4-BE49-F238E27FC236}">
                  <a16:creationId xmlns:a16="http://schemas.microsoft.com/office/drawing/2014/main" id="{5E116B13-6012-4840-AA3B-C716469FB5B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sp>
        <p:sp>
          <p:nvSpPr>
            <p:cNvPr id="132" name="Freeform 7">
              <a:extLst>
                <a:ext uri="{FF2B5EF4-FFF2-40B4-BE49-F238E27FC236}">
                  <a16:creationId xmlns:a16="http://schemas.microsoft.com/office/drawing/2014/main" id="{2EB1A2A7-7168-4A40-A825-DFEAE52C4D0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sp>
        <p:sp>
          <p:nvSpPr>
            <p:cNvPr id="133" name="Freeform 8">
              <a:extLst>
                <a:ext uri="{FF2B5EF4-FFF2-40B4-BE49-F238E27FC236}">
                  <a16:creationId xmlns:a16="http://schemas.microsoft.com/office/drawing/2014/main" id="{90019991-73F1-47C6-A7D4-A9D2631279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sp>
        <p:sp>
          <p:nvSpPr>
            <p:cNvPr id="134" name="Freeform 9">
              <a:extLst>
                <a:ext uri="{FF2B5EF4-FFF2-40B4-BE49-F238E27FC236}">
                  <a16:creationId xmlns:a16="http://schemas.microsoft.com/office/drawing/2014/main" id="{916C4EC5-59EA-4C75-AF70-4873CD11574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sp>
        <p:sp>
          <p:nvSpPr>
            <p:cNvPr id="135" name="Freeform 10">
              <a:extLst>
                <a:ext uri="{FF2B5EF4-FFF2-40B4-BE49-F238E27FC236}">
                  <a16:creationId xmlns:a16="http://schemas.microsoft.com/office/drawing/2014/main" id="{C8961F09-0B82-40F7-B928-E5AF339306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sp>
        <p:sp>
          <p:nvSpPr>
            <p:cNvPr id="136" name="Freeform 11">
              <a:extLst>
                <a:ext uri="{FF2B5EF4-FFF2-40B4-BE49-F238E27FC236}">
                  <a16:creationId xmlns:a16="http://schemas.microsoft.com/office/drawing/2014/main" id="{F71479E5-D9A2-476B-B2D2-F67D3478CD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sp>
        <p:sp>
          <p:nvSpPr>
            <p:cNvPr id="137" name="Freeform 12">
              <a:extLst>
                <a:ext uri="{FF2B5EF4-FFF2-40B4-BE49-F238E27FC236}">
                  <a16:creationId xmlns:a16="http://schemas.microsoft.com/office/drawing/2014/main" id="{D6720850-6192-469B-B9BF-FB50183515D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sp>
        <p:sp>
          <p:nvSpPr>
            <p:cNvPr id="138" name="Freeform 13">
              <a:extLst>
                <a:ext uri="{FF2B5EF4-FFF2-40B4-BE49-F238E27FC236}">
                  <a16:creationId xmlns:a16="http://schemas.microsoft.com/office/drawing/2014/main" id="{C431C61F-33D7-4D0A-BBD2-B0FD71E6963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sp>
        <p:sp>
          <p:nvSpPr>
            <p:cNvPr id="139" name="Freeform 14">
              <a:extLst>
                <a:ext uri="{FF2B5EF4-FFF2-40B4-BE49-F238E27FC236}">
                  <a16:creationId xmlns:a16="http://schemas.microsoft.com/office/drawing/2014/main" id="{7EE14CC4-51E1-47A6-8808-25ED854E35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sp>
        <p:sp>
          <p:nvSpPr>
            <p:cNvPr id="140" name="Freeform 15">
              <a:extLst>
                <a:ext uri="{FF2B5EF4-FFF2-40B4-BE49-F238E27FC236}">
                  <a16:creationId xmlns:a16="http://schemas.microsoft.com/office/drawing/2014/main" id="{38A3C423-01E5-46A5-85C7-AC8ADCEEE55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sp>
        <p:sp>
          <p:nvSpPr>
            <p:cNvPr id="141" name="Line 16">
              <a:extLst>
                <a:ext uri="{FF2B5EF4-FFF2-40B4-BE49-F238E27FC236}">
                  <a16:creationId xmlns:a16="http://schemas.microsoft.com/office/drawing/2014/main" id="{041BAF2E-E821-41EC-A7B2-BEB2E18338FE}"/>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sp>
        <p:sp>
          <p:nvSpPr>
            <p:cNvPr id="142" name="Freeform 17">
              <a:extLst>
                <a:ext uri="{FF2B5EF4-FFF2-40B4-BE49-F238E27FC236}">
                  <a16:creationId xmlns:a16="http://schemas.microsoft.com/office/drawing/2014/main" id="{1A05FB87-BE4B-4B1B-9A30-A3B243756A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sp>
        <p:sp>
          <p:nvSpPr>
            <p:cNvPr id="143" name="Freeform 18">
              <a:extLst>
                <a:ext uri="{FF2B5EF4-FFF2-40B4-BE49-F238E27FC236}">
                  <a16:creationId xmlns:a16="http://schemas.microsoft.com/office/drawing/2014/main" id="{75C9AE77-A22A-4D13-B947-08FBC68037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sp>
        <p:sp>
          <p:nvSpPr>
            <p:cNvPr id="144" name="Freeform 19">
              <a:extLst>
                <a:ext uri="{FF2B5EF4-FFF2-40B4-BE49-F238E27FC236}">
                  <a16:creationId xmlns:a16="http://schemas.microsoft.com/office/drawing/2014/main" id="{E7BB7678-664B-4C81-B9BC-9B2C5D7E84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sp>
        <p:sp>
          <p:nvSpPr>
            <p:cNvPr id="145" name="Freeform 20">
              <a:extLst>
                <a:ext uri="{FF2B5EF4-FFF2-40B4-BE49-F238E27FC236}">
                  <a16:creationId xmlns:a16="http://schemas.microsoft.com/office/drawing/2014/main" id="{1EA72C94-7B99-4B7C-BBD6-184C1DBEEDA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sp>
        <p:sp>
          <p:nvSpPr>
            <p:cNvPr id="146" name="Rectangle 21">
              <a:extLst>
                <a:ext uri="{FF2B5EF4-FFF2-40B4-BE49-F238E27FC236}">
                  <a16:creationId xmlns:a16="http://schemas.microsoft.com/office/drawing/2014/main" id="{01875D0F-2424-4389-BB79-B7877502E248}"/>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miter lim="800000"/>
                  <a:headEnd/>
                  <a:tailEnd/>
                </a14:hiddenLine>
              </a:ext>
            </a:extLst>
          </p:spPr>
        </p:sp>
        <p:sp>
          <p:nvSpPr>
            <p:cNvPr id="147" name="Freeform 22">
              <a:extLst>
                <a:ext uri="{FF2B5EF4-FFF2-40B4-BE49-F238E27FC236}">
                  <a16:creationId xmlns:a16="http://schemas.microsoft.com/office/drawing/2014/main" id="{927F5A31-C681-4932-BEFD-B223D6F201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sp>
        <p:sp>
          <p:nvSpPr>
            <p:cNvPr id="148" name="Freeform 23">
              <a:extLst>
                <a:ext uri="{FF2B5EF4-FFF2-40B4-BE49-F238E27FC236}">
                  <a16:creationId xmlns:a16="http://schemas.microsoft.com/office/drawing/2014/main" id="{DAD9D8E8-3E55-4DDA-80B0-6508DFC58C3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sp>
        <p:sp>
          <p:nvSpPr>
            <p:cNvPr id="149" name="Freeform 24">
              <a:extLst>
                <a:ext uri="{FF2B5EF4-FFF2-40B4-BE49-F238E27FC236}">
                  <a16:creationId xmlns:a16="http://schemas.microsoft.com/office/drawing/2014/main" id="{D22A1C63-7C05-4DA9-8684-DC69A5D992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sp>
        <p:sp>
          <p:nvSpPr>
            <p:cNvPr id="150" name="Freeform 25">
              <a:extLst>
                <a:ext uri="{FF2B5EF4-FFF2-40B4-BE49-F238E27FC236}">
                  <a16:creationId xmlns:a16="http://schemas.microsoft.com/office/drawing/2014/main" id="{A8B355B6-F766-4BB2-A54B-CE32BC49A91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sp>
        <p:sp>
          <p:nvSpPr>
            <p:cNvPr id="151" name="Freeform 26">
              <a:extLst>
                <a:ext uri="{FF2B5EF4-FFF2-40B4-BE49-F238E27FC236}">
                  <a16:creationId xmlns:a16="http://schemas.microsoft.com/office/drawing/2014/main" id="{D8DD30D1-F2F5-4FCF-889A-5AC14EFF68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sp>
        <p:sp>
          <p:nvSpPr>
            <p:cNvPr id="152" name="Freeform 27">
              <a:extLst>
                <a:ext uri="{FF2B5EF4-FFF2-40B4-BE49-F238E27FC236}">
                  <a16:creationId xmlns:a16="http://schemas.microsoft.com/office/drawing/2014/main" id="{CB2B0458-507D-43E8-B56C-F0CED4CAF2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sp>
        <p:sp>
          <p:nvSpPr>
            <p:cNvPr id="153" name="Freeform 28">
              <a:extLst>
                <a:ext uri="{FF2B5EF4-FFF2-40B4-BE49-F238E27FC236}">
                  <a16:creationId xmlns:a16="http://schemas.microsoft.com/office/drawing/2014/main" id="{7675565E-26DD-486E-B047-99568C1FF2F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sp>
        <p:sp>
          <p:nvSpPr>
            <p:cNvPr id="154" name="Freeform 29">
              <a:extLst>
                <a:ext uri="{FF2B5EF4-FFF2-40B4-BE49-F238E27FC236}">
                  <a16:creationId xmlns:a16="http://schemas.microsoft.com/office/drawing/2014/main" id="{5434B238-B1E6-469A-9A4E-26CC34BC3BE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sp>
        <p:sp>
          <p:nvSpPr>
            <p:cNvPr id="155" name="Freeform 30">
              <a:extLst>
                <a:ext uri="{FF2B5EF4-FFF2-40B4-BE49-F238E27FC236}">
                  <a16:creationId xmlns:a16="http://schemas.microsoft.com/office/drawing/2014/main" id="{06B74BB5-A917-465D-92AF-7A24D0854E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sp>
        <p:sp>
          <p:nvSpPr>
            <p:cNvPr id="156" name="Freeform 31">
              <a:extLst>
                <a:ext uri="{FF2B5EF4-FFF2-40B4-BE49-F238E27FC236}">
                  <a16:creationId xmlns:a16="http://schemas.microsoft.com/office/drawing/2014/main" id="{CADDD9FF-E0DA-4B0B-8004-2BDB7DA2649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sp>
      </p:grpSp>
      <p:pic>
        <p:nvPicPr>
          <p:cNvPr id="158" name="Picture 2">
            <a:extLst>
              <a:ext uri="{FF2B5EF4-FFF2-40B4-BE49-F238E27FC236}">
                <a16:creationId xmlns:a16="http://schemas.microsoft.com/office/drawing/2014/main" id="{CB54E949-8598-44D5-95F6-C31D8E65002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1190" y="-13238"/>
            <a:ext cx="4062718" cy="6858001"/>
          </a:xfrm>
          <a:prstGeom prst="rect">
            <a:avLst/>
          </a:prstGeom>
          <a:noFill/>
          <a:extLst>
            <a:ext uri="{909E8E84-426E-40dd-AFC4-6F175D3DCCD1}">
              <a14:hiddenFill xmlns:a14="http://schemas.microsoft.com/office/drawing/2010/main" xmlns:dgm="http://schemas.openxmlformats.org/drawingml/2006/diagram" xmlns:p14="http://schemas.microsoft.com/office/powerpoint/2010/main" xmlns:a16="http://schemas.microsoft.com/office/drawing/2014/main" xmlns="">
                <a:solidFill>
                  <a:srgbClr val="FFFFFF"/>
                </a:solidFill>
              </a14:hiddenFill>
            </a:ext>
          </a:extLst>
        </p:spPr>
      </p:pic>
      <p:graphicFrame>
        <p:nvGraphicFramePr>
          <p:cNvPr id="4" name="TextBox 1">
            <a:extLst>
              <a:ext uri="{FF2B5EF4-FFF2-40B4-BE49-F238E27FC236}">
                <a16:creationId xmlns:a16="http://schemas.microsoft.com/office/drawing/2014/main" id="{D83EA021-23A3-12EA-5B49-F89C729EC6E4}"/>
              </a:ext>
            </a:extLst>
          </p:cNvPr>
          <p:cNvGraphicFramePr/>
          <p:nvPr>
            <p:extLst>
              <p:ext uri="{D42A27DB-BD31-4B8C-83A1-F6EECF244321}">
                <p14:modId xmlns:p14="http://schemas.microsoft.com/office/powerpoint/2010/main" val="3574580181"/>
              </p:ext>
            </p:extLst>
          </p:nvPr>
        </p:nvGraphicFramePr>
        <p:xfrm>
          <a:off x="2239347" y="1134682"/>
          <a:ext cx="9115590" cy="42550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082228778"/>
      </p:ext>
    </p:extLst>
  </p:cSld>
  <p:clrMapOvr>
    <a:overrideClrMapping bg1="lt1" tx1="dk1" bg2="lt2" tx2="dk2" accent1="accent1" accent2="accent2" accent3="accent3" accent4="accent4" accent5="accent5" accent6="accent6" hlink="hlink" folHlink="folHlink"/>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82000"/>
                <a:satMod val="150000"/>
                <a:lumMod val="160000"/>
              </a:schemeClr>
            </a:duotone>
          </a:blip>
          <a:stretch/>
        </a:blipFill>
        <a:effectLst/>
      </p:bgPr>
    </p:bg>
    <p:spTree>
      <p:nvGrpSpPr>
        <p:cNvPr id="1" name=""/>
        <p:cNvGrpSpPr/>
        <p:nvPr/>
      </p:nvGrpSpPr>
      <p:grpSpPr>
        <a:xfrm>
          <a:off x="0" y="0"/>
          <a:ext cx="0" cy="0"/>
          <a:chOff x="0" y="0"/>
          <a:chExt cx="0" cy="0"/>
        </a:xfrm>
      </p:grpSpPr>
      <p:pic>
        <p:nvPicPr>
          <p:cNvPr id="277" name="Picture 2">
            <a:extLst>
              <a:ext uri="{FF2B5EF4-FFF2-40B4-BE49-F238E27FC236}">
                <a16:creationId xmlns:a16="http://schemas.microsoft.com/office/drawing/2014/main" id="{D315EA7A-503F-4861-9A7A-86476406AFC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p14="http://schemas.microsoft.com/office/powerpoint/2010/main" xmlns:a16="http://schemas.microsoft.com/office/drawing/2014/main" xmlns="">
                <a:solidFill>
                  <a:srgbClr val="FFFFFF"/>
                </a:solidFill>
              </a14:hiddenFill>
            </a:ext>
          </a:extLst>
        </p:spPr>
      </p:pic>
      <p:grpSp>
        <p:nvGrpSpPr>
          <p:cNvPr id="278" name="Group 145">
            <a:extLst>
              <a:ext uri="{FF2B5EF4-FFF2-40B4-BE49-F238E27FC236}">
                <a16:creationId xmlns:a16="http://schemas.microsoft.com/office/drawing/2014/main" id="{5F6E419E-7478-4531-823C-58DF7A10FA8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053888" cy="6858001"/>
            <a:chOff x="-14288" y="0"/>
            <a:chExt cx="12053888" cy="6858001"/>
          </a:xfrm>
        </p:grpSpPr>
        <p:grpSp>
          <p:nvGrpSpPr>
            <p:cNvPr id="147" name="Group 146">
              <a:extLst>
                <a:ext uri="{FF2B5EF4-FFF2-40B4-BE49-F238E27FC236}">
                  <a16:creationId xmlns:a16="http://schemas.microsoft.com/office/drawing/2014/main" id="{6166DED5-3552-4512-A5D0-3BD8DB2BF480}"/>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159" name="Rectangle 5">
                <a:extLst>
                  <a:ext uri="{FF2B5EF4-FFF2-40B4-BE49-F238E27FC236}">
                    <a16:creationId xmlns:a16="http://schemas.microsoft.com/office/drawing/2014/main" id="{1EF83640-278B-4580-9288-D4C8F8E4D9C2}"/>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sp>
          <p:sp>
            <p:nvSpPr>
              <p:cNvPr id="160" name="Freeform 6">
                <a:extLst>
                  <a:ext uri="{FF2B5EF4-FFF2-40B4-BE49-F238E27FC236}">
                    <a16:creationId xmlns:a16="http://schemas.microsoft.com/office/drawing/2014/main" id="{2F851863-7279-454C-B927-51EC13FFDC0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161" name="Freeform 7">
                <a:extLst>
                  <a:ext uri="{FF2B5EF4-FFF2-40B4-BE49-F238E27FC236}">
                    <a16:creationId xmlns:a16="http://schemas.microsoft.com/office/drawing/2014/main" id="{13CDDA8A-092F-4F54-8206-22848FBB175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162" name="Freeform 8">
                <a:extLst>
                  <a:ext uri="{FF2B5EF4-FFF2-40B4-BE49-F238E27FC236}">
                    <a16:creationId xmlns:a16="http://schemas.microsoft.com/office/drawing/2014/main" id="{D3F474AA-8038-46EB-906B-EE7E8E5E9F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163" name="Freeform 9">
                <a:extLst>
                  <a:ext uri="{FF2B5EF4-FFF2-40B4-BE49-F238E27FC236}">
                    <a16:creationId xmlns:a16="http://schemas.microsoft.com/office/drawing/2014/main" id="{DEA100B0-B335-41A5-A04B-B601E20968E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164" name="Freeform 10">
                <a:extLst>
                  <a:ext uri="{FF2B5EF4-FFF2-40B4-BE49-F238E27FC236}">
                    <a16:creationId xmlns:a16="http://schemas.microsoft.com/office/drawing/2014/main" id="{93FDDD44-A7E1-4A3A-9757-84B8F4D502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165" name="Freeform 11">
                <a:extLst>
                  <a:ext uri="{FF2B5EF4-FFF2-40B4-BE49-F238E27FC236}">
                    <a16:creationId xmlns:a16="http://schemas.microsoft.com/office/drawing/2014/main" id="{D8338DDE-CA03-44D8-949F-A79C2E01C1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166" name="Freeform 12">
                <a:extLst>
                  <a:ext uri="{FF2B5EF4-FFF2-40B4-BE49-F238E27FC236}">
                    <a16:creationId xmlns:a16="http://schemas.microsoft.com/office/drawing/2014/main" id="{CBDAD3BA-A054-4189-9451-6E969BB4B96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167" name="Freeform 13">
                <a:extLst>
                  <a:ext uri="{FF2B5EF4-FFF2-40B4-BE49-F238E27FC236}">
                    <a16:creationId xmlns:a16="http://schemas.microsoft.com/office/drawing/2014/main" id="{EF10C686-CA10-4F20-98E0-3BBFC2EDC49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168" name="Freeform 14">
                <a:extLst>
                  <a:ext uri="{FF2B5EF4-FFF2-40B4-BE49-F238E27FC236}">
                    <a16:creationId xmlns:a16="http://schemas.microsoft.com/office/drawing/2014/main" id="{3904651A-E8FB-4006-B428-FB8B593389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169" name="Freeform 15">
                <a:extLst>
                  <a:ext uri="{FF2B5EF4-FFF2-40B4-BE49-F238E27FC236}">
                    <a16:creationId xmlns:a16="http://schemas.microsoft.com/office/drawing/2014/main" id="{8AAADB72-3AAF-4192-A9FF-7628FC38F31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170" name="Line 16">
                <a:extLst>
                  <a:ext uri="{FF2B5EF4-FFF2-40B4-BE49-F238E27FC236}">
                    <a16:creationId xmlns:a16="http://schemas.microsoft.com/office/drawing/2014/main" id="{4AA2AF70-7263-43F5-931F-E58CF9C8305D}"/>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sp>
          <p:sp>
            <p:nvSpPr>
              <p:cNvPr id="171" name="Freeform 17">
                <a:extLst>
                  <a:ext uri="{FF2B5EF4-FFF2-40B4-BE49-F238E27FC236}">
                    <a16:creationId xmlns:a16="http://schemas.microsoft.com/office/drawing/2014/main" id="{1060A3F5-24D4-4418-ABFF-1F9BA79148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172" name="Freeform 18">
                <a:extLst>
                  <a:ext uri="{FF2B5EF4-FFF2-40B4-BE49-F238E27FC236}">
                    <a16:creationId xmlns:a16="http://schemas.microsoft.com/office/drawing/2014/main" id="{5B675803-C045-45DC-8B2B-CDE25229E7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173" name="Freeform 19">
                <a:extLst>
                  <a:ext uri="{FF2B5EF4-FFF2-40B4-BE49-F238E27FC236}">
                    <a16:creationId xmlns:a16="http://schemas.microsoft.com/office/drawing/2014/main" id="{EADA3295-F2BE-46B1-B100-FE72BA7FB8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174" name="Freeform 20">
                <a:extLst>
                  <a:ext uri="{FF2B5EF4-FFF2-40B4-BE49-F238E27FC236}">
                    <a16:creationId xmlns:a16="http://schemas.microsoft.com/office/drawing/2014/main" id="{551DAFD8-4E73-4975-A320-A28713040AF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175" name="Rectangle 21">
                <a:extLst>
                  <a:ext uri="{FF2B5EF4-FFF2-40B4-BE49-F238E27FC236}">
                    <a16:creationId xmlns:a16="http://schemas.microsoft.com/office/drawing/2014/main" id="{CC70859F-6F0C-458C-871C-659479A77333}"/>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sp>
          <p:sp>
            <p:nvSpPr>
              <p:cNvPr id="176" name="Freeform 22">
                <a:extLst>
                  <a:ext uri="{FF2B5EF4-FFF2-40B4-BE49-F238E27FC236}">
                    <a16:creationId xmlns:a16="http://schemas.microsoft.com/office/drawing/2014/main" id="{5B72D469-05AB-4030-A098-93996328F6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177" name="Freeform 23">
                <a:extLst>
                  <a:ext uri="{FF2B5EF4-FFF2-40B4-BE49-F238E27FC236}">
                    <a16:creationId xmlns:a16="http://schemas.microsoft.com/office/drawing/2014/main" id="{75DBFDF8-F8E9-48E1-A45A-D2B5AE2DF81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178" name="Freeform 24">
                <a:extLst>
                  <a:ext uri="{FF2B5EF4-FFF2-40B4-BE49-F238E27FC236}">
                    <a16:creationId xmlns:a16="http://schemas.microsoft.com/office/drawing/2014/main" id="{0551FF34-D734-4387-A502-51A05F44AA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179" name="Freeform 25">
                <a:extLst>
                  <a:ext uri="{FF2B5EF4-FFF2-40B4-BE49-F238E27FC236}">
                    <a16:creationId xmlns:a16="http://schemas.microsoft.com/office/drawing/2014/main" id="{AFC8681E-1281-45FF-BAE4-117F130B58F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180" name="Freeform 26">
                <a:extLst>
                  <a:ext uri="{FF2B5EF4-FFF2-40B4-BE49-F238E27FC236}">
                    <a16:creationId xmlns:a16="http://schemas.microsoft.com/office/drawing/2014/main" id="{50129A5D-104B-4BA4-BF6B-EFE5A18E9D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181" name="Freeform 27">
                <a:extLst>
                  <a:ext uri="{FF2B5EF4-FFF2-40B4-BE49-F238E27FC236}">
                    <a16:creationId xmlns:a16="http://schemas.microsoft.com/office/drawing/2014/main" id="{B577A65E-5B12-4906-BE44-488292A611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182" name="Freeform 28">
                <a:extLst>
                  <a:ext uri="{FF2B5EF4-FFF2-40B4-BE49-F238E27FC236}">
                    <a16:creationId xmlns:a16="http://schemas.microsoft.com/office/drawing/2014/main" id="{B4979406-1BBE-4866-A457-C27512B370F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183" name="Freeform 29">
                <a:extLst>
                  <a:ext uri="{FF2B5EF4-FFF2-40B4-BE49-F238E27FC236}">
                    <a16:creationId xmlns:a16="http://schemas.microsoft.com/office/drawing/2014/main" id="{549FFC41-8687-4748-9C1D-2A4646E5259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184" name="Freeform 30">
                <a:extLst>
                  <a:ext uri="{FF2B5EF4-FFF2-40B4-BE49-F238E27FC236}">
                    <a16:creationId xmlns:a16="http://schemas.microsoft.com/office/drawing/2014/main" id="{B11E840F-BD53-4800-83CA-1947A25D64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185" name="Freeform 31">
                <a:extLst>
                  <a:ext uri="{FF2B5EF4-FFF2-40B4-BE49-F238E27FC236}">
                    <a16:creationId xmlns:a16="http://schemas.microsoft.com/office/drawing/2014/main" id="{B4CCFC6B-527F-45F5-B3D7-E9B97D93C0F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grpSp>
        <p:grpSp>
          <p:nvGrpSpPr>
            <p:cNvPr id="148" name="Group 147">
              <a:extLst>
                <a:ext uri="{FF2B5EF4-FFF2-40B4-BE49-F238E27FC236}">
                  <a16:creationId xmlns:a16="http://schemas.microsoft.com/office/drawing/2014/main" id="{D3DCC051-27F2-4DBE-A517-3C7B41B68455}"/>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49" name="Freeform 32">
                <a:extLst>
                  <a:ext uri="{FF2B5EF4-FFF2-40B4-BE49-F238E27FC236}">
                    <a16:creationId xmlns:a16="http://schemas.microsoft.com/office/drawing/2014/main" id="{430CD11B-83C2-4688-998D-61671562F0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150" name="Freeform 33">
                <a:extLst>
                  <a:ext uri="{FF2B5EF4-FFF2-40B4-BE49-F238E27FC236}">
                    <a16:creationId xmlns:a16="http://schemas.microsoft.com/office/drawing/2014/main" id="{A416D02C-5F18-4A38-9CFB-8A621C721E4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151" name="Freeform 34">
                <a:extLst>
                  <a:ext uri="{FF2B5EF4-FFF2-40B4-BE49-F238E27FC236}">
                    <a16:creationId xmlns:a16="http://schemas.microsoft.com/office/drawing/2014/main" id="{573D4C8C-23EB-4CC5-AB4F-4B4EB14648B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152" name="Freeform 35">
                <a:extLst>
                  <a:ext uri="{FF2B5EF4-FFF2-40B4-BE49-F238E27FC236}">
                    <a16:creationId xmlns:a16="http://schemas.microsoft.com/office/drawing/2014/main" id="{0252D8BA-387F-4F32-82AE-F3CD4A9C54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153" name="Freeform 36">
                <a:extLst>
                  <a:ext uri="{FF2B5EF4-FFF2-40B4-BE49-F238E27FC236}">
                    <a16:creationId xmlns:a16="http://schemas.microsoft.com/office/drawing/2014/main" id="{9A6E44F7-44BE-461D-A533-541FE46C07B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154" name="Freeform 37">
                <a:extLst>
                  <a:ext uri="{FF2B5EF4-FFF2-40B4-BE49-F238E27FC236}">
                    <a16:creationId xmlns:a16="http://schemas.microsoft.com/office/drawing/2014/main" id="{566C6055-836D-49ED-A4FC-5775CA27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155" name="Freeform 38">
                <a:extLst>
                  <a:ext uri="{FF2B5EF4-FFF2-40B4-BE49-F238E27FC236}">
                    <a16:creationId xmlns:a16="http://schemas.microsoft.com/office/drawing/2014/main" id="{F14FE2AF-B4CA-4539-9777-0FC2D4A7AB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156" name="Freeform 39">
                <a:extLst>
                  <a:ext uri="{FF2B5EF4-FFF2-40B4-BE49-F238E27FC236}">
                    <a16:creationId xmlns:a16="http://schemas.microsoft.com/office/drawing/2014/main" id="{9FBA3A27-1780-40C8-A3AE-6E2EA7A342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157" name="Freeform 40">
                <a:extLst>
                  <a:ext uri="{FF2B5EF4-FFF2-40B4-BE49-F238E27FC236}">
                    <a16:creationId xmlns:a16="http://schemas.microsoft.com/office/drawing/2014/main" id="{A2C28934-2400-466F-B4D7-5A7D5467D2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158" name="Rectangle 41">
                <a:extLst>
                  <a:ext uri="{FF2B5EF4-FFF2-40B4-BE49-F238E27FC236}">
                    <a16:creationId xmlns:a16="http://schemas.microsoft.com/office/drawing/2014/main" id="{41D0850A-1F9C-4759-AD74-903DE36F86A8}"/>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sp>
        </p:grpSp>
      </p:grpSp>
      <p:pic>
        <p:nvPicPr>
          <p:cNvPr id="279" name="Picture 2">
            <a:extLst>
              <a:ext uri="{FF2B5EF4-FFF2-40B4-BE49-F238E27FC236}">
                <a16:creationId xmlns:a16="http://schemas.microsoft.com/office/drawing/2014/main" id="{9018343C-0778-41DD-9B4B-DD35C732502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30000"/>
            <a:extLst>
              <a:ext uri="{28A0092B-C50C-407E-A947-70E740481C1C}">
                <a14:useLocalDpi xmlns:a14="http://schemas.microsoft.com/office/drawing/2010/main" val="0"/>
              </a:ext>
            </a:extLst>
          </a:blip>
          <a:srcRect/>
          <a:stretch>
            <a:fillRect/>
          </a:stretch>
        </p:blipFill>
        <p:spPr bwMode="auto">
          <a:xfrm>
            <a:off x="-1591" y="0"/>
            <a:ext cx="12192003" cy="6858001"/>
          </a:xfrm>
          <a:prstGeom prst="rect">
            <a:avLst/>
          </a:prstGeom>
          <a:noFill/>
          <a:extLst>
            <a:ext uri="{909E8E84-426E-40dd-AFC4-6F175D3DCCD1}">
              <a14:hiddenFill xmlns:a14="http://schemas.microsoft.com/office/drawing/2010/main" xmlns:p14="http://schemas.microsoft.com/office/powerpoint/2010/main" xmlns:a16="http://schemas.microsoft.com/office/drawing/2014/main" xmlns="">
                <a:solidFill>
                  <a:srgbClr val="FFFFFF"/>
                </a:solidFill>
              </a14:hiddenFill>
            </a:ext>
          </a:extLst>
        </p:spPr>
      </p:pic>
      <p:grpSp>
        <p:nvGrpSpPr>
          <p:cNvPr id="280" name="Group 188">
            <a:extLst>
              <a:ext uri="{FF2B5EF4-FFF2-40B4-BE49-F238E27FC236}">
                <a16:creationId xmlns:a16="http://schemas.microsoft.com/office/drawing/2014/main" id="{71B927C1-9798-4C5C-B5C1-533BAC6E53B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053888" cy="6858001"/>
            <a:chOff x="-14288" y="0"/>
            <a:chExt cx="12053888" cy="6858001"/>
          </a:xfrm>
        </p:grpSpPr>
        <p:grpSp>
          <p:nvGrpSpPr>
            <p:cNvPr id="190" name="Group 189">
              <a:extLst>
                <a:ext uri="{FF2B5EF4-FFF2-40B4-BE49-F238E27FC236}">
                  <a16:creationId xmlns:a16="http://schemas.microsoft.com/office/drawing/2014/main" id="{BD1CBC78-DE67-41CF-AEBA-457CF7FC18A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02" name="Rectangle 5">
                <a:extLst>
                  <a:ext uri="{FF2B5EF4-FFF2-40B4-BE49-F238E27FC236}">
                    <a16:creationId xmlns:a16="http://schemas.microsoft.com/office/drawing/2014/main" id="{60B54AE6-A39D-4588-83AD-A1EDA79EB628}"/>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sp>
          <p:sp>
            <p:nvSpPr>
              <p:cNvPr id="203" name="Freeform 6">
                <a:extLst>
                  <a:ext uri="{FF2B5EF4-FFF2-40B4-BE49-F238E27FC236}">
                    <a16:creationId xmlns:a16="http://schemas.microsoft.com/office/drawing/2014/main" id="{591BE68D-E84D-47D1-8C2C-84C07EF0B09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204" name="Freeform 7">
                <a:extLst>
                  <a:ext uri="{FF2B5EF4-FFF2-40B4-BE49-F238E27FC236}">
                    <a16:creationId xmlns:a16="http://schemas.microsoft.com/office/drawing/2014/main" id="{A2204FBD-C360-4355-844D-09AC040FD96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205" name="Freeform 8">
                <a:extLst>
                  <a:ext uri="{FF2B5EF4-FFF2-40B4-BE49-F238E27FC236}">
                    <a16:creationId xmlns:a16="http://schemas.microsoft.com/office/drawing/2014/main" id="{28D72865-B9BB-4F5E-9DEC-C4DA21C257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206" name="Freeform 9">
                <a:extLst>
                  <a:ext uri="{FF2B5EF4-FFF2-40B4-BE49-F238E27FC236}">
                    <a16:creationId xmlns:a16="http://schemas.microsoft.com/office/drawing/2014/main" id="{AB7FBD61-8186-4A9B-8FE5-E211E99A0C6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207" name="Freeform 10">
                <a:extLst>
                  <a:ext uri="{FF2B5EF4-FFF2-40B4-BE49-F238E27FC236}">
                    <a16:creationId xmlns:a16="http://schemas.microsoft.com/office/drawing/2014/main" id="{8C9982D6-12E5-4920-9107-FEF23A699A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208" name="Freeform 11">
                <a:extLst>
                  <a:ext uri="{FF2B5EF4-FFF2-40B4-BE49-F238E27FC236}">
                    <a16:creationId xmlns:a16="http://schemas.microsoft.com/office/drawing/2014/main" id="{9BB3F80E-6F52-44C9-B9D2-55BDB62FAD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209" name="Freeform 12">
                <a:extLst>
                  <a:ext uri="{FF2B5EF4-FFF2-40B4-BE49-F238E27FC236}">
                    <a16:creationId xmlns:a16="http://schemas.microsoft.com/office/drawing/2014/main" id="{27B6E33E-0CBC-44AA-99E3-6893463ECB3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210" name="Freeform 13">
                <a:extLst>
                  <a:ext uri="{FF2B5EF4-FFF2-40B4-BE49-F238E27FC236}">
                    <a16:creationId xmlns:a16="http://schemas.microsoft.com/office/drawing/2014/main" id="{E4FBA0A1-7DE5-4E1F-8188-76740F5F689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211" name="Freeform 14">
                <a:extLst>
                  <a:ext uri="{FF2B5EF4-FFF2-40B4-BE49-F238E27FC236}">
                    <a16:creationId xmlns:a16="http://schemas.microsoft.com/office/drawing/2014/main" id="{D7327CF4-A65A-46FF-B252-3E0707230F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212" name="Freeform 15">
                <a:extLst>
                  <a:ext uri="{FF2B5EF4-FFF2-40B4-BE49-F238E27FC236}">
                    <a16:creationId xmlns:a16="http://schemas.microsoft.com/office/drawing/2014/main" id="{94491CCA-20DD-416E-97F6-8449A0E2F11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213" name="Line 16">
                <a:extLst>
                  <a:ext uri="{FF2B5EF4-FFF2-40B4-BE49-F238E27FC236}">
                    <a16:creationId xmlns:a16="http://schemas.microsoft.com/office/drawing/2014/main" id="{9E408FEC-126E-4556-8DA1-F77E5701564B}"/>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sp>
          <p:sp>
            <p:nvSpPr>
              <p:cNvPr id="214" name="Freeform 17">
                <a:extLst>
                  <a:ext uri="{FF2B5EF4-FFF2-40B4-BE49-F238E27FC236}">
                    <a16:creationId xmlns:a16="http://schemas.microsoft.com/office/drawing/2014/main" id="{11299703-E290-42D8-9D2D-5659377461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215" name="Freeform 18">
                <a:extLst>
                  <a:ext uri="{FF2B5EF4-FFF2-40B4-BE49-F238E27FC236}">
                    <a16:creationId xmlns:a16="http://schemas.microsoft.com/office/drawing/2014/main" id="{F0D8EDED-63DD-48FD-9B2A-AAF9CAAEBA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216" name="Freeform 19">
                <a:extLst>
                  <a:ext uri="{FF2B5EF4-FFF2-40B4-BE49-F238E27FC236}">
                    <a16:creationId xmlns:a16="http://schemas.microsoft.com/office/drawing/2014/main" id="{1C841D15-6D0B-43DA-9189-54AE258E1A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217" name="Freeform 20">
                <a:extLst>
                  <a:ext uri="{FF2B5EF4-FFF2-40B4-BE49-F238E27FC236}">
                    <a16:creationId xmlns:a16="http://schemas.microsoft.com/office/drawing/2014/main" id="{470BE3D1-28A8-4F20-B18C-8E677B08645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218" name="Rectangle 21">
                <a:extLst>
                  <a:ext uri="{FF2B5EF4-FFF2-40B4-BE49-F238E27FC236}">
                    <a16:creationId xmlns:a16="http://schemas.microsoft.com/office/drawing/2014/main" id="{AE149E9A-866F-4466-9B1D-6B49361DAAE0}"/>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sp>
          <p:sp>
            <p:nvSpPr>
              <p:cNvPr id="219" name="Freeform 22">
                <a:extLst>
                  <a:ext uri="{FF2B5EF4-FFF2-40B4-BE49-F238E27FC236}">
                    <a16:creationId xmlns:a16="http://schemas.microsoft.com/office/drawing/2014/main" id="{C6D0299C-524E-4E5D-9F06-BAF2BFF218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220" name="Freeform 23">
                <a:extLst>
                  <a:ext uri="{FF2B5EF4-FFF2-40B4-BE49-F238E27FC236}">
                    <a16:creationId xmlns:a16="http://schemas.microsoft.com/office/drawing/2014/main" id="{B8B5DC83-B8E6-477E-8DA5-189A242D671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221" name="Freeform 24">
                <a:extLst>
                  <a:ext uri="{FF2B5EF4-FFF2-40B4-BE49-F238E27FC236}">
                    <a16:creationId xmlns:a16="http://schemas.microsoft.com/office/drawing/2014/main" id="{9194CC76-136B-44AF-9D62-1CA9F6DD94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222" name="Freeform 25">
                <a:extLst>
                  <a:ext uri="{FF2B5EF4-FFF2-40B4-BE49-F238E27FC236}">
                    <a16:creationId xmlns:a16="http://schemas.microsoft.com/office/drawing/2014/main" id="{E8ACD66F-F4B0-4A77-B1A5-9EDCC4EEE25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223" name="Freeform 26">
                <a:extLst>
                  <a:ext uri="{FF2B5EF4-FFF2-40B4-BE49-F238E27FC236}">
                    <a16:creationId xmlns:a16="http://schemas.microsoft.com/office/drawing/2014/main" id="{F78B2DB3-FD63-48E2-A23E-F6E97C2446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224" name="Freeform 27">
                <a:extLst>
                  <a:ext uri="{FF2B5EF4-FFF2-40B4-BE49-F238E27FC236}">
                    <a16:creationId xmlns:a16="http://schemas.microsoft.com/office/drawing/2014/main" id="{AB42FFCE-D4FC-485E-90D5-39D721CFA9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225" name="Freeform 28">
                <a:extLst>
                  <a:ext uri="{FF2B5EF4-FFF2-40B4-BE49-F238E27FC236}">
                    <a16:creationId xmlns:a16="http://schemas.microsoft.com/office/drawing/2014/main" id="{04658F53-ECB3-4DD3-AC4C-73F53A457DC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226" name="Freeform 29">
                <a:extLst>
                  <a:ext uri="{FF2B5EF4-FFF2-40B4-BE49-F238E27FC236}">
                    <a16:creationId xmlns:a16="http://schemas.microsoft.com/office/drawing/2014/main" id="{2AE028A6-8CE7-4186-A31E-D2A40ECDFD5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227" name="Freeform 30">
                <a:extLst>
                  <a:ext uri="{FF2B5EF4-FFF2-40B4-BE49-F238E27FC236}">
                    <a16:creationId xmlns:a16="http://schemas.microsoft.com/office/drawing/2014/main" id="{AE921804-452E-42DB-80F8-051A53E2CD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228" name="Freeform 31">
                <a:extLst>
                  <a:ext uri="{FF2B5EF4-FFF2-40B4-BE49-F238E27FC236}">
                    <a16:creationId xmlns:a16="http://schemas.microsoft.com/office/drawing/2014/main" id="{E9B02156-F8B0-4C97-AAF3-97C74A2C665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grpSp>
        <p:grpSp>
          <p:nvGrpSpPr>
            <p:cNvPr id="191" name="Group 190">
              <a:extLst>
                <a:ext uri="{FF2B5EF4-FFF2-40B4-BE49-F238E27FC236}">
                  <a16:creationId xmlns:a16="http://schemas.microsoft.com/office/drawing/2014/main" id="{36CA6519-2870-4AD4-8099-18D508E3FF68}"/>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92" name="Freeform 32">
                <a:extLst>
                  <a:ext uri="{FF2B5EF4-FFF2-40B4-BE49-F238E27FC236}">
                    <a16:creationId xmlns:a16="http://schemas.microsoft.com/office/drawing/2014/main" id="{BC3C6E82-8E4E-4854-A2D1-7DAF1F35FB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193" name="Freeform 33">
                <a:extLst>
                  <a:ext uri="{FF2B5EF4-FFF2-40B4-BE49-F238E27FC236}">
                    <a16:creationId xmlns:a16="http://schemas.microsoft.com/office/drawing/2014/main" id="{6DF90866-7048-488A-A4B3-6A3F8500E5B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194" name="Freeform 34">
                <a:extLst>
                  <a:ext uri="{FF2B5EF4-FFF2-40B4-BE49-F238E27FC236}">
                    <a16:creationId xmlns:a16="http://schemas.microsoft.com/office/drawing/2014/main" id="{C7492B5B-0DAF-40D2-8D7E-A5B1CB80A89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195" name="Freeform 35">
                <a:extLst>
                  <a:ext uri="{FF2B5EF4-FFF2-40B4-BE49-F238E27FC236}">
                    <a16:creationId xmlns:a16="http://schemas.microsoft.com/office/drawing/2014/main" id="{7F3E205C-1EDF-44F1-ADFF-907F6F9A78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196" name="Freeform 36">
                <a:extLst>
                  <a:ext uri="{FF2B5EF4-FFF2-40B4-BE49-F238E27FC236}">
                    <a16:creationId xmlns:a16="http://schemas.microsoft.com/office/drawing/2014/main" id="{F1F97E15-C677-4DF3-9CDD-FA73AF35C3B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197" name="Freeform 37">
                <a:extLst>
                  <a:ext uri="{FF2B5EF4-FFF2-40B4-BE49-F238E27FC236}">
                    <a16:creationId xmlns:a16="http://schemas.microsoft.com/office/drawing/2014/main" id="{3E9072E3-BE5E-4305-ACA6-9A21804B0B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198" name="Freeform 38">
                <a:extLst>
                  <a:ext uri="{FF2B5EF4-FFF2-40B4-BE49-F238E27FC236}">
                    <a16:creationId xmlns:a16="http://schemas.microsoft.com/office/drawing/2014/main" id="{B423CA3B-303A-4681-A241-773908084B5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199" name="Freeform 39">
                <a:extLst>
                  <a:ext uri="{FF2B5EF4-FFF2-40B4-BE49-F238E27FC236}">
                    <a16:creationId xmlns:a16="http://schemas.microsoft.com/office/drawing/2014/main" id="{BBBF1F7D-CCDC-4994-AC8E-F0659B7C73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200" name="Freeform 40">
                <a:extLst>
                  <a:ext uri="{FF2B5EF4-FFF2-40B4-BE49-F238E27FC236}">
                    <a16:creationId xmlns:a16="http://schemas.microsoft.com/office/drawing/2014/main" id="{FB5963B4-24BD-41E4-B478-711756BB5B6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201" name="Rectangle 41">
                <a:extLst>
                  <a:ext uri="{FF2B5EF4-FFF2-40B4-BE49-F238E27FC236}">
                    <a16:creationId xmlns:a16="http://schemas.microsoft.com/office/drawing/2014/main" id="{86840453-F642-4E05-9EEA-F9155CEDEE8A}"/>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sp>
        </p:grpSp>
      </p:grpSp>
      <p:sp useBgFill="1">
        <p:nvSpPr>
          <p:cNvPr id="281" name="Rectangle 229">
            <a:extLst>
              <a:ext uri="{FF2B5EF4-FFF2-40B4-BE49-F238E27FC236}">
                <a16:creationId xmlns:a16="http://schemas.microsoft.com/office/drawing/2014/main" id="{BDD0EE9F-9E3C-462E-A179-E83BAF11BA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TextBox 1">
            <a:extLst>
              <a:ext uri="{FF2B5EF4-FFF2-40B4-BE49-F238E27FC236}">
                <a16:creationId xmlns:a16="http://schemas.microsoft.com/office/drawing/2014/main" id="{D919E329-57DC-AD44-5D59-B3C4F5AF4432}"/>
              </a:ext>
            </a:extLst>
          </p:cNvPr>
          <p:cNvGraphicFramePr/>
          <p:nvPr>
            <p:extLst>
              <p:ext uri="{D42A27DB-BD31-4B8C-83A1-F6EECF244321}">
                <p14:modId xmlns:p14="http://schemas.microsoft.com/office/powerpoint/2010/main" val="2763646283"/>
              </p:ext>
            </p:extLst>
          </p:nvPr>
        </p:nvGraphicFramePr>
        <p:xfrm>
          <a:off x="1126331" y="1634543"/>
          <a:ext cx="9906000" cy="354171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655666332"/>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82000"/>
                <a:satMod val="150000"/>
                <a:lumMod val="160000"/>
              </a:schemeClr>
            </a:duotone>
          </a:blip>
          <a:stretch/>
        </a:blipFill>
        <a:effectLst/>
      </p:bgPr>
    </p:bg>
    <p:spTree>
      <p:nvGrpSpPr>
        <p:cNvPr id="1" name=""/>
        <p:cNvGrpSpPr/>
        <p:nvPr/>
      </p:nvGrpSpPr>
      <p:grpSpPr>
        <a:xfrm>
          <a:off x="0" y="0"/>
          <a:ext cx="0" cy="0"/>
          <a:chOff x="0" y="0"/>
          <a:chExt cx="0" cy="0"/>
        </a:xfrm>
      </p:grpSpPr>
      <p:pic>
        <p:nvPicPr>
          <p:cNvPr id="9" name="Picture 2">
            <a:extLst>
              <a:ext uri="{FF2B5EF4-FFF2-40B4-BE49-F238E27FC236}">
                <a16:creationId xmlns:a16="http://schemas.microsoft.com/office/drawing/2014/main" id="{3EF0702B-8BDA-49B2-9FB5-FAEFBAAD265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p14="http://schemas.microsoft.com/office/powerpoint/2010/main" xmlns:a14="http://schemas.microsoft.com/office/drawing/2010/main" xmlns:a16="http://schemas.microsoft.com/office/drawing/2014/main" xmlns="">
                <a:solidFill>
                  <a:srgbClr val="FFFFFF"/>
                </a:solidFill>
              </a14:hiddenFill>
            </a:ext>
          </a:extLst>
        </p:spPr>
      </p:pic>
      <p:grpSp>
        <p:nvGrpSpPr>
          <p:cNvPr id="11" name="Group 10">
            <a:extLst>
              <a:ext uri="{FF2B5EF4-FFF2-40B4-BE49-F238E27FC236}">
                <a16:creationId xmlns:a16="http://schemas.microsoft.com/office/drawing/2014/main" id="{9D8D9FF3-B837-4563-BBDD-397FAC4FDAF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053888" cy="6858001"/>
            <a:chOff x="-14288" y="0"/>
            <a:chExt cx="12053888" cy="6858001"/>
          </a:xfrm>
        </p:grpSpPr>
        <p:grpSp>
          <p:nvGrpSpPr>
            <p:cNvPr id="12" name="Group 11">
              <a:extLst>
                <a:ext uri="{FF2B5EF4-FFF2-40B4-BE49-F238E27FC236}">
                  <a16:creationId xmlns:a16="http://schemas.microsoft.com/office/drawing/2014/main" id="{724185D4-BA0D-4936-9FD1-DAFC9F2D4FBD}"/>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4" name="Rectangle 5">
                <a:extLst>
                  <a:ext uri="{FF2B5EF4-FFF2-40B4-BE49-F238E27FC236}">
                    <a16:creationId xmlns:a16="http://schemas.microsoft.com/office/drawing/2014/main" id="{88C0A3E2-2EF8-4B78-924A-4CE18DC2E1F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miter lim="800000"/>
                    <a:headEnd/>
                    <a:tailEnd/>
                  </a14:hiddenLine>
                </a:ext>
              </a:extLst>
            </p:spPr>
          </p:sp>
          <p:sp>
            <p:nvSpPr>
              <p:cNvPr id="25" name="Freeform 6">
                <a:extLst>
                  <a:ext uri="{FF2B5EF4-FFF2-40B4-BE49-F238E27FC236}">
                    <a16:creationId xmlns:a16="http://schemas.microsoft.com/office/drawing/2014/main" id="{FC28307F-5603-45B4-811B-D1FDA9AC749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26" name="Freeform 7">
                <a:extLst>
                  <a:ext uri="{FF2B5EF4-FFF2-40B4-BE49-F238E27FC236}">
                    <a16:creationId xmlns:a16="http://schemas.microsoft.com/office/drawing/2014/main" id="{69FD485A-59BE-46AD-AF37-77821F8F7F3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27" name="Freeform 8">
                <a:extLst>
                  <a:ext uri="{FF2B5EF4-FFF2-40B4-BE49-F238E27FC236}">
                    <a16:creationId xmlns:a16="http://schemas.microsoft.com/office/drawing/2014/main" id="{BDFEA793-B98A-4CAB-A0D5-2B470E05F9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28" name="Freeform 9">
                <a:extLst>
                  <a:ext uri="{FF2B5EF4-FFF2-40B4-BE49-F238E27FC236}">
                    <a16:creationId xmlns:a16="http://schemas.microsoft.com/office/drawing/2014/main" id="{EE25D0AE-3B13-4655-A294-EF0D78F1227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29" name="Freeform 10">
                <a:extLst>
                  <a:ext uri="{FF2B5EF4-FFF2-40B4-BE49-F238E27FC236}">
                    <a16:creationId xmlns:a16="http://schemas.microsoft.com/office/drawing/2014/main" id="{23C38D80-292F-43A1-B89C-E624D0BF8B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30" name="Freeform 11">
                <a:extLst>
                  <a:ext uri="{FF2B5EF4-FFF2-40B4-BE49-F238E27FC236}">
                    <a16:creationId xmlns:a16="http://schemas.microsoft.com/office/drawing/2014/main" id="{E2B5219E-9DCD-4C4B-991C-FC45DFCD14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31" name="Freeform 12">
                <a:extLst>
                  <a:ext uri="{FF2B5EF4-FFF2-40B4-BE49-F238E27FC236}">
                    <a16:creationId xmlns:a16="http://schemas.microsoft.com/office/drawing/2014/main" id="{A30E8782-7DF6-427A-9A2A-702365C0EC7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32" name="Freeform 13">
                <a:extLst>
                  <a:ext uri="{FF2B5EF4-FFF2-40B4-BE49-F238E27FC236}">
                    <a16:creationId xmlns:a16="http://schemas.microsoft.com/office/drawing/2014/main" id="{FE1B06CA-5BA9-45ED-B3C6-CAE40B8E23C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33" name="Freeform 14">
                <a:extLst>
                  <a:ext uri="{FF2B5EF4-FFF2-40B4-BE49-F238E27FC236}">
                    <a16:creationId xmlns:a16="http://schemas.microsoft.com/office/drawing/2014/main" id="{C52909D3-C19E-4F06-A560-2D2DD63235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34" name="Freeform 15">
                <a:extLst>
                  <a:ext uri="{FF2B5EF4-FFF2-40B4-BE49-F238E27FC236}">
                    <a16:creationId xmlns:a16="http://schemas.microsoft.com/office/drawing/2014/main" id="{C6838D4B-DA22-4462-9CE0-E01E48BA918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35" name="Line 16">
                <a:extLst>
                  <a:ext uri="{FF2B5EF4-FFF2-40B4-BE49-F238E27FC236}">
                    <a16:creationId xmlns:a16="http://schemas.microsoft.com/office/drawing/2014/main" id="{AE0BE66B-3C19-4B17-AD92-0BC90461D639}"/>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sp>
          <p:sp>
            <p:nvSpPr>
              <p:cNvPr id="36" name="Freeform 17">
                <a:extLst>
                  <a:ext uri="{FF2B5EF4-FFF2-40B4-BE49-F238E27FC236}">
                    <a16:creationId xmlns:a16="http://schemas.microsoft.com/office/drawing/2014/main" id="{AD0FA87C-8F9F-421D-BD98-51D6F78A02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37" name="Freeform 18">
                <a:extLst>
                  <a:ext uri="{FF2B5EF4-FFF2-40B4-BE49-F238E27FC236}">
                    <a16:creationId xmlns:a16="http://schemas.microsoft.com/office/drawing/2014/main" id="{D1CCD0AA-AEA4-4E75-B606-ED77C1354D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38" name="Freeform 19">
                <a:extLst>
                  <a:ext uri="{FF2B5EF4-FFF2-40B4-BE49-F238E27FC236}">
                    <a16:creationId xmlns:a16="http://schemas.microsoft.com/office/drawing/2014/main" id="{AE2D1BCE-E4E7-47AB-BE42-82509939EF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39" name="Freeform 20">
                <a:extLst>
                  <a:ext uri="{FF2B5EF4-FFF2-40B4-BE49-F238E27FC236}">
                    <a16:creationId xmlns:a16="http://schemas.microsoft.com/office/drawing/2014/main" id="{473D3523-AEDD-4EE1-A0AD-58CA27B877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40" name="Rectangle 21">
                <a:extLst>
                  <a:ext uri="{FF2B5EF4-FFF2-40B4-BE49-F238E27FC236}">
                    <a16:creationId xmlns:a16="http://schemas.microsoft.com/office/drawing/2014/main" id="{544D95D4-2423-4287-B761-407A6573A080}"/>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miter lim="800000"/>
                    <a:headEnd/>
                    <a:tailEnd/>
                  </a14:hiddenLine>
                </a:ext>
              </a:extLst>
            </p:spPr>
          </p:sp>
          <p:sp>
            <p:nvSpPr>
              <p:cNvPr id="41" name="Freeform 22">
                <a:extLst>
                  <a:ext uri="{FF2B5EF4-FFF2-40B4-BE49-F238E27FC236}">
                    <a16:creationId xmlns:a16="http://schemas.microsoft.com/office/drawing/2014/main" id="{7B471CBE-8098-4218-9F7A-6F1CBD1C3F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42" name="Freeform 23">
                <a:extLst>
                  <a:ext uri="{FF2B5EF4-FFF2-40B4-BE49-F238E27FC236}">
                    <a16:creationId xmlns:a16="http://schemas.microsoft.com/office/drawing/2014/main" id="{F846011B-9AD7-4FD0-B6C2-5305FEA5F49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43" name="Freeform 24">
                <a:extLst>
                  <a:ext uri="{FF2B5EF4-FFF2-40B4-BE49-F238E27FC236}">
                    <a16:creationId xmlns:a16="http://schemas.microsoft.com/office/drawing/2014/main" id="{D865D67E-FECF-4D91-B760-03E7FDD77A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44" name="Freeform 25">
                <a:extLst>
                  <a:ext uri="{FF2B5EF4-FFF2-40B4-BE49-F238E27FC236}">
                    <a16:creationId xmlns:a16="http://schemas.microsoft.com/office/drawing/2014/main" id="{4BC160F1-DA26-4D45-85A9-9F848ED55B2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45" name="Freeform 26">
                <a:extLst>
                  <a:ext uri="{FF2B5EF4-FFF2-40B4-BE49-F238E27FC236}">
                    <a16:creationId xmlns:a16="http://schemas.microsoft.com/office/drawing/2014/main" id="{D94B6483-65D5-4965-AE49-E65F7112BA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46" name="Freeform 27">
                <a:extLst>
                  <a:ext uri="{FF2B5EF4-FFF2-40B4-BE49-F238E27FC236}">
                    <a16:creationId xmlns:a16="http://schemas.microsoft.com/office/drawing/2014/main" id="{1DACBD0F-F55C-49F2-BB15-E050ED16FE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47" name="Freeform 28">
                <a:extLst>
                  <a:ext uri="{FF2B5EF4-FFF2-40B4-BE49-F238E27FC236}">
                    <a16:creationId xmlns:a16="http://schemas.microsoft.com/office/drawing/2014/main" id="{BC0FA2EE-3EF5-41AD-9BCC-4BD4066F21E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48" name="Freeform 29">
                <a:extLst>
                  <a:ext uri="{FF2B5EF4-FFF2-40B4-BE49-F238E27FC236}">
                    <a16:creationId xmlns:a16="http://schemas.microsoft.com/office/drawing/2014/main" id="{66313D2E-7E8B-424D-8808-5A952762DD1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49" name="Freeform 30">
                <a:extLst>
                  <a:ext uri="{FF2B5EF4-FFF2-40B4-BE49-F238E27FC236}">
                    <a16:creationId xmlns:a16="http://schemas.microsoft.com/office/drawing/2014/main" id="{F4A99A13-FD75-4F56-A5F9-54E5807E5D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50" name="Freeform 31">
                <a:extLst>
                  <a:ext uri="{FF2B5EF4-FFF2-40B4-BE49-F238E27FC236}">
                    <a16:creationId xmlns:a16="http://schemas.microsoft.com/office/drawing/2014/main" id="{808E31E1-F7AD-4A81-8FD3-806FF7B69D2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grpSp>
        <p:grpSp>
          <p:nvGrpSpPr>
            <p:cNvPr id="13" name="Group 12">
              <a:extLst>
                <a:ext uri="{FF2B5EF4-FFF2-40B4-BE49-F238E27FC236}">
                  <a16:creationId xmlns:a16="http://schemas.microsoft.com/office/drawing/2014/main" id="{38424CA8-1819-45B9-9FA4-FA97F277502D}"/>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4" name="Freeform 32">
                <a:extLst>
                  <a:ext uri="{FF2B5EF4-FFF2-40B4-BE49-F238E27FC236}">
                    <a16:creationId xmlns:a16="http://schemas.microsoft.com/office/drawing/2014/main" id="{1A2DDE80-0145-4EFF-84F1-FFD7B2AC1D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15" name="Freeform 33">
                <a:extLst>
                  <a:ext uri="{FF2B5EF4-FFF2-40B4-BE49-F238E27FC236}">
                    <a16:creationId xmlns:a16="http://schemas.microsoft.com/office/drawing/2014/main" id="{1F71CC74-5030-4F80-BFFA-228D1A010CA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16" name="Freeform 34">
                <a:extLst>
                  <a:ext uri="{FF2B5EF4-FFF2-40B4-BE49-F238E27FC236}">
                    <a16:creationId xmlns:a16="http://schemas.microsoft.com/office/drawing/2014/main" id="{27BB5C15-D356-4178-BF59-F5F0771737A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17" name="Freeform 35">
                <a:extLst>
                  <a:ext uri="{FF2B5EF4-FFF2-40B4-BE49-F238E27FC236}">
                    <a16:creationId xmlns:a16="http://schemas.microsoft.com/office/drawing/2014/main" id="{2700F8A0-067E-4788-A2D8-C429B70F51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18" name="Freeform 36">
                <a:extLst>
                  <a:ext uri="{FF2B5EF4-FFF2-40B4-BE49-F238E27FC236}">
                    <a16:creationId xmlns:a16="http://schemas.microsoft.com/office/drawing/2014/main" id="{73E624AE-B247-4560-A06C-B614B831B78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19" name="Freeform 37">
                <a:extLst>
                  <a:ext uri="{FF2B5EF4-FFF2-40B4-BE49-F238E27FC236}">
                    <a16:creationId xmlns:a16="http://schemas.microsoft.com/office/drawing/2014/main" id="{BD34E5F9-A598-428D-9A27-0BDF94519A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20" name="Freeform 38">
                <a:extLst>
                  <a:ext uri="{FF2B5EF4-FFF2-40B4-BE49-F238E27FC236}">
                    <a16:creationId xmlns:a16="http://schemas.microsoft.com/office/drawing/2014/main" id="{C93F07E1-E991-48B7-ABD5-6D145A4B5FE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21" name="Freeform 39">
                <a:extLst>
                  <a:ext uri="{FF2B5EF4-FFF2-40B4-BE49-F238E27FC236}">
                    <a16:creationId xmlns:a16="http://schemas.microsoft.com/office/drawing/2014/main" id="{ECBD8DC9-06EC-452D-B7F6-A6F5902874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22" name="Freeform 40">
                <a:extLst>
                  <a:ext uri="{FF2B5EF4-FFF2-40B4-BE49-F238E27FC236}">
                    <a16:creationId xmlns:a16="http://schemas.microsoft.com/office/drawing/2014/main" id="{B6A9688A-5360-4512-BCAF-ACB027A176A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23" name="Rectangle 41">
                <a:extLst>
                  <a:ext uri="{FF2B5EF4-FFF2-40B4-BE49-F238E27FC236}">
                    <a16:creationId xmlns:a16="http://schemas.microsoft.com/office/drawing/2014/main" id="{22DD5AF5-A34B-4E01-AAB8-94FFC93E458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miter lim="800000"/>
                    <a:headEnd/>
                    <a:tailEnd/>
                  </a14:hiddenLine>
                </a:ext>
              </a:extLst>
            </p:spPr>
          </p:sp>
        </p:grpSp>
      </p:grpSp>
      <p:grpSp>
        <p:nvGrpSpPr>
          <p:cNvPr id="52" name="Group 51">
            <a:extLst>
              <a:ext uri="{FF2B5EF4-FFF2-40B4-BE49-F238E27FC236}">
                <a16:creationId xmlns:a16="http://schemas.microsoft.com/office/drawing/2014/main" id="{1FB308D4-9340-4C23-AAB0-C77A6B8D930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
            <a:ext cx="12192003" cy="6858001"/>
            <a:chOff x="0" y="-1"/>
            <a:chExt cx="12192003" cy="6858001"/>
          </a:xfrm>
        </p:grpSpPr>
        <p:sp useBgFill="1">
          <p:nvSpPr>
            <p:cNvPr id="53" name="Rectangle 52">
              <a:extLst>
                <a:ext uri="{FF2B5EF4-FFF2-40B4-BE49-F238E27FC236}">
                  <a16:creationId xmlns:a16="http://schemas.microsoft.com/office/drawing/2014/main" id="{1FC82A93-81D3-45C9-95A2-6B7FDAFD3B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4" name="Picture 2">
              <a:extLst>
                <a:ext uri="{FF2B5EF4-FFF2-40B4-BE49-F238E27FC236}">
                  <a16:creationId xmlns:a16="http://schemas.microsoft.com/office/drawing/2014/main" id="{366ADA64-0FB2-4760-944A-3ACC14F10E82}"/>
                </a:ext>
                <a:ext uri="{C183D7F6-B498-43B3-948B-1728B52AA6E4}">
                  <adec:decorative xmlns:adec="http://schemas.microsoft.com/office/drawing/2017/decorative" val="1"/>
                </a:ext>
              </a:extLst>
            </p:cNvPr>
            <p:cNvPicPr>
              <a:picLocks noChangeAspect="1" noChangeArrowheads="1"/>
            </p:cNvPicPr>
            <p:nvPr>
              <p:extLst>
                <p:ext uri="{386F3935-93C4-4BCD-93E2-E3B085C9AB24}">
                  <p16:designElem xmlns:p16="http://schemas.microsoft.com/office/powerpoint/2015/main" val="1"/>
                </p:ext>
              </p:extLst>
            </p:nvPr>
          </p:nvPicPr>
          <p:blipFill>
            <a:blip r:embed="rId3">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p14="http://schemas.microsoft.com/office/powerpoint/2010/main" xmlns:a14="http://schemas.microsoft.com/office/drawing/2010/main" xmlns:a16="http://schemas.microsoft.com/office/drawing/2014/main" xmlns="">
                  <a:solidFill>
                    <a:srgbClr val="FFFFFF"/>
                  </a:solidFill>
                </a14:hiddenFill>
              </a:ext>
            </a:extLst>
          </p:spPr>
        </p:pic>
      </p:grpSp>
      <p:pic>
        <p:nvPicPr>
          <p:cNvPr id="4" name="Picture 3">
            <a:extLst>
              <a:ext uri="{FF2B5EF4-FFF2-40B4-BE49-F238E27FC236}">
                <a16:creationId xmlns:a16="http://schemas.microsoft.com/office/drawing/2014/main" id="{9DDF25C1-4FEC-72E4-B955-1E7754ABD8FB}"/>
              </a:ext>
              <a:ext uri="{C183D7F6-B498-43B3-948B-1728B52AA6E4}">
                <adec:decorative xmlns:adec="http://schemas.microsoft.com/office/drawing/2017/decorative" val="1"/>
              </a:ext>
            </a:extLst>
          </p:cNvPr>
          <p:cNvPicPr>
            <a:picLocks noChangeAspect="1"/>
          </p:cNvPicPr>
          <p:nvPr/>
        </p:nvPicPr>
        <p:blipFill rotWithShape="1">
          <a:blip r:embed="rId4">
            <a:alphaModFix/>
          </a:blip>
          <a:srcRect r="30"/>
          <a:stretch/>
        </p:blipFill>
        <p:spPr>
          <a:xfrm>
            <a:off x="20" y="10"/>
            <a:ext cx="12188369" cy="6857990"/>
          </a:xfrm>
          <a:prstGeom prst="rect">
            <a:avLst/>
          </a:prstGeom>
        </p:spPr>
      </p:pic>
      <p:grpSp>
        <p:nvGrpSpPr>
          <p:cNvPr id="56" name="Group 55">
            <a:extLst>
              <a:ext uri="{FF2B5EF4-FFF2-40B4-BE49-F238E27FC236}">
                <a16:creationId xmlns:a16="http://schemas.microsoft.com/office/drawing/2014/main" id="{3E8042A5-086D-4778-B813-627DEA979BE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72533" y="0"/>
            <a:ext cx="11455400" cy="6848476"/>
            <a:chOff x="372533" y="0"/>
            <a:chExt cx="11455400" cy="6848476"/>
          </a:xfrm>
        </p:grpSpPr>
        <p:sp>
          <p:nvSpPr>
            <p:cNvPr id="57" name="Round Diagonal Corner Rectangle 7">
              <a:extLst>
                <a:ext uri="{FF2B5EF4-FFF2-40B4-BE49-F238E27FC236}">
                  <a16:creationId xmlns:a16="http://schemas.microsoft.com/office/drawing/2014/main" id="{682F267F-DBD4-4D07-8D3F-D158AB5BED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22867" y="766234"/>
              <a:ext cx="10346266" cy="5325532"/>
            </a:xfrm>
            <a:prstGeom prst="round2DiagRect">
              <a:avLst>
                <a:gd name="adj1" fmla="val 4147"/>
                <a:gd name="adj2" fmla="val 0"/>
              </a:avLst>
            </a:prstGeom>
            <a:solidFill>
              <a:schemeClr val="bg1">
                <a:alpha val="80000"/>
              </a:schemeClr>
            </a:solidFill>
            <a:ln w="19050" cap="sq">
              <a:solidFill>
                <a:schemeClr val="tx2">
                  <a:alpha val="60000"/>
                </a:schemeClr>
              </a:solidFill>
              <a:miter lim="800000"/>
            </a:ln>
            <a:effectLst>
              <a:outerShdw blurRad="889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58" name="Group 57">
              <a:extLst>
                <a:ext uri="{FF2B5EF4-FFF2-40B4-BE49-F238E27FC236}">
                  <a16:creationId xmlns:a16="http://schemas.microsoft.com/office/drawing/2014/main" id="{2837D4D0-6B8D-4CB5-9BCA-DFB941CCE9A2}"/>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1085512" y="0"/>
              <a:ext cx="650875" cy="1730375"/>
              <a:chOff x="11347978" y="0"/>
              <a:chExt cx="650875" cy="1730375"/>
            </a:xfrm>
          </p:grpSpPr>
          <p:sp>
            <p:nvSpPr>
              <p:cNvPr id="78" name="Freeform 32">
                <a:extLst>
                  <a:ext uri="{FF2B5EF4-FFF2-40B4-BE49-F238E27FC236}">
                    <a16:creationId xmlns:a16="http://schemas.microsoft.com/office/drawing/2014/main" id="{7EA3A86A-82A5-4CD3-AEF0-A34A24502D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67041"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80000"/>
                </a:schemeClr>
              </a:solidFill>
              <a:ln>
                <a:noFill/>
              </a:ln>
            </p:spPr>
          </p:sp>
          <p:sp>
            <p:nvSpPr>
              <p:cNvPr id="79" name="Freeform 33">
                <a:extLst>
                  <a:ext uri="{FF2B5EF4-FFF2-40B4-BE49-F238E27FC236}">
                    <a16:creationId xmlns:a16="http://schemas.microsoft.com/office/drawing/2014/main" id="{1CF08B4E-BA7C-43AD-80BC-E2DC0BDC866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47978"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80000"/>
                </a:schemeClr>
              </a:solidFill>
              <a:ln>
                <a:noFill/>
              </a:ln>
            </p:spPr>
          </p:sp>
          <p:sp>
            <p:nvSpPr>
              <p:cNvPr id="80" name="Freeform 34">
                <a:extLst>
                  <a:ext uri="{FF2B5EF4-FFF2-40B4-BE49-F238E27FC236}">
                    <a16:creationId xmlns:a16="http://schemas.microsoft.com/office/drawing/2014/main" id="{035C602E-6CAE-4568-82AC-DB8C0AB51CD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14678"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sp>
          <p:sp>
            <p:nvSpPr>
              <p:cNvPr id="81" name="Freeform 37">
                <a:extLst>
                  <a:ext uri="{FF2B5EF4-FFF2-40B4-BE49-F238E27FC236}">
                    <a16:creationId xmlns:a16="http://schemas.microsoft.com/office/drawing/2014/main" id="{4DDF3192-457C-4DA1-9462-FF0201E6AB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694053"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80000"/>
                </a:schemeClr>
              </a:solidFill>
              <a:ln>
                <a:noFill/>
              </a:ln>
            </p:spPr>
          </p:sp>
        </p:grpSp>
        <p:grpSp>
          <p:nvGrpSpPr>
            <p:cNvPr id="59" name="Group 58">
              <a:extLst>
                <a:ext uri="{FF2B5EF4-FFF2-40B4-BE49-F238E27FC236}">
                  <a16:creationId xmlns:a16="http://schemas.microsoft.com/office/drawing/2014/main" id="{06459D38-B0C2-456F-B94C-2BDC8AAF320F}"/>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flipH="1">
              <a:off x="11229445" y="4867275"/>
              <a:ext cx="598488" cy="1981201"/>
              <a:chOff x="11424178" y="4867275"/>
              <a:chExt cx="598488" cy="1981201"/>
            </a:xfrm>
          </p:grpSpPr>
          <p:sp>
            <p:nvSpPr>
              <p:cNvPr id="72" name="Freeform 35">
                <a:extLst>
                  <a:ext uri="{FF2B5EF4-FFF2-40B4-BE49-F238E27FC236}">
                    <a16:creationId xmlns:a16="http://schemas.microsoft.com/office/drawing/2014/main" id="{96E05598-7B23-40EF-9FBC-6BC371A57C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14666"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80000"/>
                </a:schemeClr>
              </a:solidFill>
              <a:ln>
                <a:noFill/>
              </a:ln>
            </p:spPr>
          </p:sp>
          <p:sp>
            <p:nvSpPr>
              <p:cNvPr id="73" name="Freeform 36">
                <a:extLst>
                  <a:ext uri="{FF2B5EF4-FFF2-40B4-BE49-F238E27FC236}">
                    <a16:creationId xmlns:a16="http://schemas.microsoft.com/office/drawing/2014/main" id="{FAB56040-C448-45F3-A3F9-C7A06F1ABFC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55966"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80000"/>
                </a:schemeClr>
              </a:solidFill>
              <a:ln>
                <a:noFill/>
              </a:ln>
            </p:spPr>
          </p:sp>
          <p:sp>
            <p:nvSpPr>
              <p:cNvPr id="74" name="Freeform 38">
                <a:extLst>
                  <a:ext uri="{FF2B5EF4-FFF2-40B4-BE49-F238E27FC236}">
                    <a16:creationId xmlns:a16="http://schemas.microsoft.com/office/drawing/2014/main" id="{CD96BC18-825C-4F5B-B444-49199AADC30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19441"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sp>
          <p:sp>
            <p:nvSpPr>
              <p:cNvPr id="75" name="Freeform 39">
                <a:extLst>
                  <a:ext uri="{FF2B5EF4-FFF2-40B4-BE49-F238E27FC236}">
                    <a16:creationId xmlns:a16="http://schemas.microsoft.com/office/drawing/2014/main" id="{8C07827E-16A1-4797-A2D9-49F6ED9B7A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24178"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80000"/>
                </a:schemeClr>
              </a:solidFill>
              <a:ln>
                <a:noFill/>
              </a:ln>
            </p:spPr>
          </p:sp>
          <p:sp>
            <p:nvSpPr>
              <p:cNvPr id="76" name="Freeform 40">
                <a:extLst>
                  <a:ext uri="{FF2B5EF4-FFF2-40B4-BE49-F238E27FC236}">
                    <a16:creationId xmlns:a16="http://schemas.microsoft.com/office/drawing/2014/main" id="{99C52AB4-3E04-48E2-9B65-F72A4E9AA2A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32166"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80000"/>
                </a:schemeClr>
              </a:solidFill>
              <a:ln>
                <a:noFill/>
              </a:ln>
            </p:spPr>
          </p:sp>
          <p:sp>
            <p:nvSpPr>
              <p:cNvPr id="77" name="Rectangle 41">
                <a:extLst>
                  <a:ext uri="{FF2B5EF4-FFF2-40B4-BE49-F238E27FC236}">
                    <a16:creationId xmlns:a16="http://schemas.microsoft.com/office/drawing/2014/main" id="{87B8359A-DD34-4B28-AA44-6D102A495566}"/>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22653" y="6596063"/>
                <a:ext cx="23813" cy="252413"/>
              </a:xfrm>
              <a:prstGeom prst="rect">
                <a:avLst/>
              </a:prstGeom>
              <a:solidFill>
                <a:schemeClr val="tx2">
                  <a:alpha val="80000"/>
                </a:schemeClr>
              </a:solidFill>
              <a:ln>
                <a:noFill/>
              </a:ln>
            </p:spPr>
          </p:sp>
        </p:grpSp>
        <p:grpSp>
          <p:nvGrpSpPr>
            <p:cNvPr id="60" name="Group 59">
              <a:extLst>
                <a:ext uri="{FF2B5EF4-FFF2-40B4-BE49-F238E27FC236}">
                  <a16:creationId xmlns:a16="http://schemas.microsoft.com/office/drawing/2014/main" id="{01F5BB62-C844-4119-AB0D-539F3B1BBEFE}"/>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flipH="1">
              <a:off x="440267" y="5118101"/>
              <a:ext cx="650875" cy="1730375"/>
              <a:chOff x="118533" y="5118101"/>
              <a:chExt cx="650875" cy="1730375"/>
            </a:xfrm>
          </p:grpSpPr>
          <p:sp>
            <p:nvSpPr>
              <p:cNvPr id="68" name="Freeform 32">
                <a:extLst>
                  <a:ext uri="{FF2B5EF4-FFF2-40B4-BE49-F238E27FC236}">
                    <a16:creationId xmlns:a16="http://schemas.microsoft.com/office/drawing/2014/main" id="{BBDBB14A-54B0-4366-A990-18C91075A4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237596" y="6335713"/>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80000"/>
                </a:schemeClr>
              </a:solidFill>
              <a:ln>
                <a:noFill/>
              </a:ln>
            </p:spPr>
          </p:sp>
          <p:sp>
            <p:nvSpPr>
              <p:cNvPr id="69" name="Freeform 33">
                <a:extLst>
                  <a:ext uri="{FF2B5EF4-FFF2-40B4-BE49-F238E27FC236}">
                    <a16:creationId xmlns:a16="http://schemas.microsoft.com/office/drawing/2014/main" id="{531669E3-5883-4FFF-8370-F8781A4CEAC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118533" y="622141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80000"/>
                </a:schemeClr>
              </a:solidFill>
              <a:ln>
                <a:noFill/>
              </a:ln>
            </p:spPr>
          </p:sp>
          <p:sp>
            <p:nvSpPr>
              <p:cNvPr id="70" name="Freeform 34">
                <a:extLst>
                  <a:ext uri="{FF2B5EF4-FFF2-40B4-BE49-F238E27FC236}">
                    <a16:creationId xmlns:a16="http://schemas.microsoft.com/office/drawing/2014/main" id="{A752DDF0-FCDB-4F46-B137-AF4B6A72AE0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385233" y="5118101"/>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sp>
          <p:sp>
            <p:nvSpPr>
              <p:cNvPr id="71" name="Freeform 37">
                <a:extLst>
                  <a:ext uri="{FF2B5EF4-FFF2-40B4-BE49-F238E27FC236}">
                    <a16:creationId xmlns:a16="http://schemas.microsoft.com/office/drawing/2014/main" id="{16B5E313-D34D-4F56-BB12-70083B0AD8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464608" y="5299075"/>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80000"/>
                </a:schemeClr>
              </a:solidFill>
              <a:ln>
                <a:noFill/>
              </a:ln>
            </p:spPr>
          </p:sp>
        </p:grpSp>
        <p:grpSp>
          <p:nvGrpSpPr>
            <p:cNvPr id="61" name="Group 60">
              <a:extLst>
                <a:ext uri="{FF2B5EF4-FFF2-40B4-BE49-F238E27FC236}">
                  <a16:creationId xmlns:a16="http://schemas.microsoft.com/office/drawing/2014/main" id="{CE4570D7-06AE-4078-97F6-4F3A79818C55}"/>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72533" y="0"/>
              <a:ext cx="598488" cy="1981201"/>
              <a:chOff x="194733" y="0"/>
              <a:chExt cx="598488" cy="1981201"/>
            </a:xfrm>
          </p:grpSpPr>
          <p:sp>
            <p:nvSpPr>
              <p:cNvPr id="62" name="Freeform 35">
                <a:extLst>
                  <a:ext uri="{FF2B5EF4-FFF2-40B4-BE49-F238E27FC236}">
                    <a16:creationId xmlns:a16="http://schemas.microsoft.com/office/drawing/2014/main" id="{D3FF7E43-9ACC-4E6A-BDB7-AB55929C30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285221" y="0"/>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80000"/>
                </a:schemeClr>
              </a:solidFill>
              <a:ln>
                <a:noFill/>
              </a:ln>
            </p:spPr>
          </p:sp>
          <p:sp>
            <p:nvSpPr>
              <p:cNvPr id="63" name="Freeform 36">
                <a:extLst>
                  <a:ext uri="{FF2B5EF4-FFF2-40B4-BE49-F238E27FC236}">
                    <a16:creationId xmlns:a16="http://schemas.microsoft.com/office/drawing/2014/main" id="{ACBF8041-3AD8-4EC2-9D3C-8D9BBF121A2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526521" y="1141413"/>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80000"/>
                </a:schemeClr>
              </a:solidFill>
              <a:ln>
                <a:noFill/>
              </a:ln>
            </p:spPr>
          </p:sp>
          <p:sp>
            <p:nvSpPr>
              <p:cNvPr id="64" name="Freeform 38">
                <a:extLst>
                  <a:ext uri="{FF2B5EF4-FFF2-40B4-BE49-F238E27FC236}">
                    <a16:creationId xmlns:a16="http://schemas.microsoft.com/office/drawing/2014/main" id="{7B211858-FA84-444D-A337-8EFC4C6E4DA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389996" y="1792288"/>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sp>
          <p:sp>
            <p:nvSpPr>
              <p:cNvPr id="65" name="Freeform 39">
                <a:extLst>
                  <a:ext uri="{FF2B5EF4-FFF2-40B4-BE49-F238E27FC236}">
                    <a16:creationId xmlns:a16="http://schemas.microsoft.com/office/drawing/2014/main" id="{E163D0B2-A785-42FD-B6C2-895B5861D3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194733" y="0"/>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80000"/>
                </a:schemeClr>
              </a:solidFill>
              <a:ln>
                <a:noFill/>
              </a:ln>
            </p:spPr>
          </p:sp>
          <p:sp>
            <p:nvSpPr>
              <p:cNvPr id="66" name="Freeform 40">
                <a:extLst>
                  <a:ext uri="{FF2B5EF4-FFF2-40B4-BE49-F238E27FC236}">
                    <a16:creationId xmlns:a16="http://schemas.microsoft.com/office/drawing/2014/main" id="{303CCB76-FDF7-40C4-ABC9-23C3A00681F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602721" y="24288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80000"/>
                </a:schemeClr>
              </a:solidFill>
              <a:ln>
                <a:noFill/>
              </a:ln>
            </p:spPr>
          </p:sp>
          <p:sp>
            <p:nvSpPr>
              <p:cNvPr id="67" name="Rectangle 41">
                <a:extLst>
                  <a:ext uri="{FF2B5EF4-FFF2-40B4-BE49-F238E27FC236}">
                    <a16:creationId xmlns:a16="http://schemas.microsoft.com/office/drawing/2014/main" id="{45C1F2F9-DDA2-4422-B65D-96EDA9E01D16}"/>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flipV="1">
                <a:off x="693208" y="0"/>
                <a:ext cx="23813" cy="252413"/>
              </a:xfrm>
              <a:prstGeom prst="rect">
                <a:avLst/>
              </a:prstGeom>
              <a:solidFill>
                <a:schemeClr val="tx2">
                  <a:alpha val="80000"/>
                </a:schemeClr>
              </a:solidFill>
              <a:ln>
                <a:noFill/>
              </a:ln>
            </p:spPr>
          </p:sp>
        </p:grpSp>
      </p:grpSp>
      <p:sp>
        <p:nvSpPr>
          <p:cNvPr id="2" name="TextBox 1">
            <a:extLst>
              <a:ext uri="{FF2B5EF4-FFF2-40B4-BE49-F238E27FC236}">
                <a16:creationId xmlns:a16="http://schemas.microsoft.com/office/drawing/2014/main" id="{B03CD107-1F85-839A-3694-647D76AC8759}"/>
              </a:ext>
            </a:extLst>
          </p:cNvPr>
          <p:cNvSpPr txBox="1"/>
          <p:nvPr/>
        </p:nvSpPr>
        <p:spPr>
          <a:xfrm>
            <a:off x="1143001" y="1093788"/>
            <a:ext cx="9905999" cy="4612745"/>
          </a:xfrm>
          <a:prstGeom prst="rect">
            <a:avLst/>
          </a:prstGeom>
        </p:spPr>
        <p:txBody>
          <a:bodyPr vert="horz" lIns="91440" tIns="45720" rIns="91440" bIns="45720" rtlCol="0" anchor="ctr">
            <a:normAutofit/>
          </a:bodyPr>
          <a:lstStyle/>
          <a:p>
            <a:pPr defTabSz="914400">
              <a:lnSpc>
                <a:spcPct val="110000"/>
              </a:lnSpc>
              <a:spcAft>
                <a:spcPts val="600"/>
              </a:spcAft>
              <a:buSzPct val="125000"/>
            </a:pPr>
            <a:r>
              <a:rPr lang="en-US" sz="3200" dirty="0">
                <a:effectLst>
                  <a:outerShdw blurRad="152400" dist="38100" dir="2700000" algn="tl">
                    <a:srgbClr val="000000">
                      <a:alpha val="36000"/>
                    </a:srgbClr>
                  </a:outerShdw>
                </a:effectLst>
                <a:highlight>
                  <a:srgbClr val="000000"/>
                </a:highlight>
              </a:rPr>
              <a:t>Growth and Outlook. </a:t>
            </a:r>
          </a:p>
          <a:p>
            <a:pPr indent="-228600" defTabSz="914400">
              <a:lnSpc>
                <a:spcPct val="110000"/>
              </a:lnSpc>
              <a:spcAft>
                <a:spcPts val="600"/>
              </a:spcAft>
              <a:buSzPct val="125000"/>
              <a:buFont typeface="Arial" panose="020B0604020202020204" pitchFamily="34" charset="0"/>
              <a:buChar char="•"/>
            </a:pPr>
            <a:endParaRPr lang="en-US" sz="1900" dirty="0">
              <a:effectLst>
                <a:outerShdw blurRad="152400" dist="38100" dir="2700000" algn="tl">
                  <a:srgbClr val="000000">
                    <a:alpha val="36000"/>
                  </a:srgbClr>
                </a:outerShdw>
              </a:effectLst>
              <a:highlight>
                <a:srgbClr val="000000"/>
              </a:highlight>
            </a:endParaRPr>
          </a:p>
          <a:p>
            <a:pPr indent="-228600" defTabSz="914400">
              <a:lnSpc>
                <a:spcPct val="110000"/>
              </a:lnSpc>
              <a:spcAft>
                <a:spcPts val="600"/>
              </a:spcAft>
              <a:buSzPct val="125000"/>
              <a:buFont typeface="Arial" panose="020B0604020202020204" pitchFamily="34" charset="0"/>
              <a:buChar char="•"/>
            </a:pPr>
            <a:endParaRPr lang="en-US" sz="1900" dirty="0">
              <a:effectLst>
                <a:outerShdw blurRad="152400" dist="38100" dir="2700000" algn="tl">
                  <a:srgbClr val="000000">
                    <a:alpha val="36000"/>
                  </a:srgbClr>
                </a:outerShdw>
              </a:effectLst>
              <a:highlight>
                <a:srgbClr val="000000"/>
              </a:highlight>
            </a:endParaRPr>
          </a:p>
          <a:p>
            <a:pPr indent="-228600" defTabSz="914400">
              <a:lnSpc>
                <a:spcPct val="110000"/>
              </a:lnSpc>
              <a:spcAft>
                <a:spcPts val="600"/>
              </a:spcAft>
              <a:buSzPct val="125000"/>
              <a:buFont typeface="Arial" panose="020B0604020202020204" pitchFamily="34" charset="0"/>
              <a:buChar char="•"/>
            </a:pPr>
            <a:r>
              <a:rPr lang="en-US" sz="2400" b="0" i="0" dirty="0">
                <a:effectLst>
                  <a:outerShdw blurRad="152400" dist="38100" dir="2700000" algn="tl">
                    <a:srgbClr val="000000">
                      <a:alpha val="36000"/>
                    </a:srgbClr>
                  </a:outerShdw>
                </a:effectLst>
                <a:highlight>
                  <a:srgbClr val="000000"/>
                </a:highlight>
              </a:rPr>
              <a:t>The global cyber security market was valued at USD 139.77 billion in 2021 and is projected to grow from USD 155.83 billion in 2022 to USD 376.32 billion by 2029, at a CAGR of 13.4% during the forecast period.</a:t>
            </a:r>
          </a:p>
          <a:p>
            <a:pPr indent="-228600" defTabSz="914400">
              <a:lnSpc>
                <a:spcPct val="110000"/>
              </a:lnSpc>
              <a:spcAft>
                <a:spcPts val="600"/>
              </a:spcAft>
              <a:buSzPct val="125000"/>
              <a:buFont typeface="Arial" panose="020B0604020202020204" pitchFamily="34" charset="0"/>
              <a:buChar char="•"/>
            </a:pPr>
            <a:r>
              <a:rPr lang="en-US" sz="2400" b="0" i="0" dirty="0">
                <a:effectLst>
                  <a:outerShdw blurRad="152400" dist="38100" dir="2700000" algn="tl">
                    <a:srgbClr val="000000">
                      <a:alpha val="36000"/>
                    </a:srgbClr>
                  </a:outerShdw>
                </a:effectLst>
                <a:highlight>
                  <a:srgbClr val="000000"/>
                </a:highlight>
              </a:rPr>
              <a:t>The cybersecurity industry affords more job security than many other professions. For example, according to the BLS, jobs for information security analysts will grow by 33% from 2020 to 2030. This rate is four times faster than all occupations Nationwide's average employment growth rate.</a:t>
            </a:r>
            <a:endParaRPr lang="en-US" sz="2400" dirty="0">
              <a:effectLst>
                <a:outerShdw blurRad="152400" dist="38100" dir="2700000" algn="tl">
                  <a:srgbClr val="000000">
                    <a:alpha val="36000"/>
                  </a:srgbClr>
                </a:outerShdw>
              </a:effectLst>
              <a:highlight>
                <a:srgbClr val="000000"/>
              </a:highlight>
            </a:endParaRPr>
          </a:p>
        </p:txBody>
      </p:sp>
    </p:spTree>
    <p:extLst>
      <p:ext uri="{BB962C8B-B14F-4D97-AF65-F5344CB8AC3E}">
        <p14:creationId xmlns:p14="http://schemas.microsoft.com/office/powerpoint/2010/main" val="3478347023"/>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82000"/>
                <a:satMod val="150000"/>
                <a:lumMod val="160000"/>
              </a:schemeClr>
            </a:duotone>
          </a:blip>
          <a:stretch/>
        </a:blipFill>
        <a:effectLst/>
      </p:bgPr>
    </p:bg>
    <p:spTree>
      <p:nvGrpSpPr>
        <p:cNvPr id="1" name=""/>
        <p:cNvGrpSpPr/>
        <p:nvPr/>
      </p:nvGrpSpPr>
      <p:grpSpPr>
        <a:xfrm>
          <a:off x="0" y="0"/>
          <a:ext cx="0" cy="0"/>
          <a:chOff x="0" y="0"/>
          <a:chExt cx="0" cy="0"/>
        </a:xfrm>
      </p:grpSpPr>
      <p:pic>
        <p:nvPicPr>
          <p:cNvPr id="151" name="Picture 2">
            <a:extLst>
              <a:ext uri="{FF2B5EF4-FFF2-40B4-BE49-F238E27FC236}">
                <a16:creationId xmlns:a16="http://schemas.microsoft.com/office/drawing/2014/main" id="{3EF0702B-8BDA-49B2-9FB5-FAEFBAAD265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p14="http://schemas.microsoft.com/office/powerpoint/2010/main" xmlns:a14="http://schemas.microsoft.com/office/drawing/2010/main" xmlns:a16="http://schemas.microsoft.com/office/drawing/2014/main" xmlns="">
                <a:solidFill>
                  <a:srgbClr val="FFFFFF"/>
                </a:solidFill>
              </a14:hiddenFill>
            </a:ext>
          </a:extLst>
        </p:spPr>
      </p:pic>
      <p:grpSp>
        <p:nvGrpSpPr>
          <p:cNvPr id="153" name="Group 152">
            <a:extLst>
              <a:ext uri="{FF2B5EF4-FFF2-40B4-BE49-F238E27FC236}">
                <a16:creationId xmlns:a16="http://schemas.microsoft.com/office/drawing/2014/main" id="{9D8D9FF3-B837-4563-BBDD-397FAC4FDAF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053888" cy="6858001"/>
            <a:chOff x="-14288" y="0"/>
            <a:chExt cx="12053888" cy="6858001"/>
          </a:xfrm>
        </p:grpSpPr>
        <p:grpSp>
          <p:nvGrpSpPr>
            <p:cNvPr id="154" name="Group 153">
              <a:extLst>
                <a:ext uri="{FF2B5EF4-FFF2-40B4-BE49-F238E27FC236}">
                  <a16:creationId xmlns:a16="http://schemas.microsoft.com/office/drawing/2014/main" id="{724185D4-BA0D-4936-9FD1-DAFC9F2D4FBD}"/>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166" name="Rectangle 5">
                <a:extLst>
                  <a:ext uri="{FF2B5EF4-FFF2-40B4-BE49-F238E27FC236}">
                    <a16:creationId xmlns:a16="http://schemas.microsoft.com/office/drawing/2014/main" id="{88C0A3E2-2EF8-4B78-924A-4CE18DC2E1F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miter lim="800000"/>
                    <a:headEnd/>
                    <a:tailEnd/>
                  </a14:hiddenLine>
                </a:ext>
              </a:extLst>
            </p:spPr>
          </p:sp>
          <p:sp>
            <p:nvSpPr>
              <p:cNvPr id="167" name="Freeform 6">
                <a:extLst>
                  <a:ext uri="{FF2B5EF4-FFF2-40B4-BE49-F238E27FC236}">
                    <a16:creationId xmlns:a16="http://schemas.microsoft.com/office/drawing/2014/main" id="{FC28307F-5603-45B4-811B-D1FDA9AC749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168" name="Freeform 7">
                <a:extLst>
                  <a:ext uri="{FF2B5EF4-FFF2-40B4-BE49-F238E27FC236}">
                    <a16:creationId xmlns:a16="http://schemas.microsoft.com/office/drawing/2014/main" id="{69FD485A-59BE-46AD-AF37-77821F8F7F3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169" name="Freeform 8">
                <a:extLst>
                  <a:ext uri="{FF2B5EF4-FFF2-40B4-BE49-F238E27FC236}">
                    <a16:creationId xmlns:a16="http://schemas.microsoft.com/office/drawing/2014/main" id="{BDFEA793-B98A-4CAB-A0D5-2B470E05F9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170" name="Freeform 9">
                <a:extLst>
                  <a:ext uri="{FF2B5EF4-FFF2-40B4-BE49-F238E27FC236}">
                    <a16:creationId xmlns:a16="http://schemas.microsoft.com/office/drawing/2014/main" id="{EE25D0AE-3B13-4655-A294-EF0D78F1227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171" name="Freeform 10">
                <a:extLst>
                  <a:ext uri="{FF2B5EF4-FFF2-40B4-BE49-F238E27FC236}">
                    <a16:creationId xmlns:a16="http://schemas.microsoft.com/office/drawing/2014/main" id="{23C38D80-292F-43A1-B89C-E624D0BF8B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172" name="Freeform 11">
                <a:extLst>
                  <a:ext uri="{FF2B5EF4-FFF2-40B4-BE49-F238E27FC236}">
                    <a16:creationId xmlns:a16="http://schemas.microsoft.com/office/drawing/2014/main" id="{E2B5219E-9DCD-4C4B-991C-FC45DFCD14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173" name="Freeform 12">
                <a:extLst>
                  <a:ext uri="{FF2B5EF4-FFF2-40B4-BE49-F238E27FC236}">
                    <a16:creationId xmlns:a16="http://schemas.microsoft.com/office/drawing/2014/main" id="{A30E8782-7DF6-427A-9A2A-702365C0EC7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174" name="Freeform 13">
                <a:extLst>
                  <a:ext uri="{FF2B5EF4-FFF2-40B4-BE49-F238E27FC236}">
                    <a16:creationId xmlns:a16="http://schemas.microsoft.com/office/drawing/2014/main" id="{FE1B06CA-5BA9-45ED-B3C6-CAE40B8E23C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175" name="Freeform 14">
                <a:extLst>
                  <a:ext uri="{FF2B5EF4-FFF2-40B4-BE49-F238E27FC236}">
                    <a16:creationId xmlns:a16="http://schemas.microsoft.com/office/drawing/2014/main" id="{C52909D3-C19E-4F06-A560-2D2DD63235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176" name="Freeform 15">
                <a:extLst>
                  <a:ext uri="{FF2B5EF4-FFF2-40B4-BE49-F238E27FC236}">
                    <a16:creationId xmlns:a16="http://schemas.microsoft.com/office/drawing/2014/main" id="{C6838D4B-DA22-4462-9CE0-E01E48BA918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177" name="Line 16">
                <a:extLst>
                  <a:ext uri="{FF2B5EF4-FFF2-40B4-BE49-F238E27FC236}">
                    <a16:creationId xmlns:a16="http://schemas.microsoft.com/office/drawing/2014/main" id="{AE0BE66B-3C19-4B17-AD92-0BC90461D639}"/>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sp>
          <p:sp>
            <p:nvSpPr>
              <p:cNvPr id="178" name="Freeform 17">
                <a:extLst>
                  <a:ext uri="{FF2B5EF4-FFF2-40B4-BE49-F238E27FC236}">
                    <a16:creationId xmlns:a16="http://schemas.microsoft.com/office/drawing/2014/main" id="{AD0FA87C-8F9F-421D-BD98-51D6F78A02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179" name="Freeform 18">
                <a:extLst>
                  <a:ext uri="{FF2B5EF4-FFF2-40B4-BE49-F238E27FC236}">
                    <a16:creationId xmlns:a16="http://schemas.microsoft.com/office/drawing/2014/main" id="{D1CCD0AA-AEA4-4E75-B606-ED77C1354D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180" name="Freeform 19">
                <a:extLst>
                  <a:ext uri="{FF2B5EF4-FFF2-40B4-BE49-F238E27FC236}">
                    <a16:creationId xmlns:a16="http://schemas.microsoft.com/office/drawing/2014/main" id="{AE2D1BCE-E4E7-47AB-BE42-82509939EF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181" name="Freeform 20">
                <a:extLst>
                  <a:ext uri="{FF2B5EF4-FFF2-40B4-BE49-F238E27FC236}">
                    <a16:creationId xmlns:a16="http://schemas.microsoft.com/office/drawing/2014/main" id="{473D3523-AEDD-4EE1-A0AD-58CA27B877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182" name="Rectangle 21">
                <a:extLst>
                  <a:ext uri="{FF2B5EF4-FFF2-40B4-BE49-F238E27FC236}">
                    <a16:creationId xmlns:a16="http://schemas.microsoft.com/office/drawing/2014/main" id="{544D95D4-2423-4287-B761-407A6573A080}"/>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miter lim="800000"/>
                    <a:headEnd/>
                    <a:tailEnd/>
                  </a14:hiddenLine>
                </a:ext>
              </a:extLst>
            </p:spPr>
          </p:sp>
          <p:sp>
            <p:nvSpPr>
              <p:cNvPr id="183" name="Freeform 22">
                <a:extLst>
                  <a:ext uri="{FF2B5EF4-FFF2-40B4-BE49-F238E27FC236}">
                    <a16:creationId xmlns:a16="http://schemas.microsoft.com/office/drawing/2014/main" id="{7B471CBE-8098-4218-9F7A-6F1CBD1C3F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184" name="Freeform 23">
                <a:extLst>
                  <a:ext uri="{FF2B5EF4-FFF2-40B4-BE49-F238E27FC236}">
                    <a16:creationId xmlns:a16="http://schemas.microsoft.com/office/drawing/2014/main" id="{F846011B-9AD7-4FD0-B6C2-5305FEA5F49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185" name="Freeform 24">
                <a:extLst>
                  <a:ext uri="{FF2B5EF4-FFF2-40B4-BE49-F238E27FC236}">
                    <a16:creationId xmlns:a16="http://schemas.microsoft.com/office/drawing/2014/main" id="{D865D67E-FECF-4D91-B760-03E7FDD77A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186" name="Freeform 25">
                <a:extLst>
                  <a:ext uri="{FF2B5EF4-FFF2-40B4-BE49-F238E27FC236}">
                    <a16:creationId xmlns:a16="http://schemas.microsoft.com/office/drawing/2014/main" id="{4BC160F1-DA26-4D45-85A9-9F848ED55B2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187" name="Freeform 26">
                <a:extLst>
                  <a:ext uri="{FF2B5EF4-FFF2-40B4-BE49-F238E27FC236}">
                    <a16:creationId xmlns:a16="http://schemas.microsoft.com/office/drawing/2014/main" id="{D94B6483-65D5-4965-AE49-E65F7112BA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188" name="Freeform 27">
                <a:extLst>
                  <a:ext uri="{FF2B5EF4-FFF2-40B4-BE49-F238E27FC236}">
                    <a16:creationId xmlns:a16="http://schemas.microsoft.com/office/drawing/2014/main" id="{1DACBD0F-F55C-49F2-BB15-E050ED16FE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189" name="Freeform 28">
                <a:extLst>
                  <a:ext uri="{FF2B5EF4-FFF2-40B4-BE49-F238E27FC236}">
                    <a16:creationId xmlns:a16="http://schemas.microsoft.com/office/drawing/2014/main" id="{BC0FA2EE-3EF5-41AD-9BCC-4BD4066F21E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190" name="Freeform 29">
                <a:extLst>
                  <a:ext uri="{FF2B5EF4-FFF2-40B4-BE49-F238E27FC236}">
                    <a16:creationId xmlns:a16="http://schemas.microsoft.com/office/drawing/2014/main" id="{66313D2E-7E8B-424D-8808-5A952762DD1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191" name="Freeform 30">
                <a:extLst>
                  <a:ext uri="{FF2B5EF4-FFF2-40B4-BE49-F238E27FC236}">
                    <a16:creationId xmlns:a16="http://schemas.microsoft.com/office/drawing/2014/main" id="{F4A99A13-FD75-4F56-A5F9-54E5807E5D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192" name="Freeform 31">
                <a:extLst>
                  <a:ext uri="{FF2B5EF4-FFF2-40B4-BE49-F238E27FC236}">
                    <a16:creationId xmlns:a16="http://schemas.microsoft.com/office/drawing/2014/main" id="{808E31E1-F7AD-4A81-8FD3-806FF7B69D2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grpSp>
        <p:grpSp>
          <p:nvGrpSpPr>
            <p:cNvPr id="155" name="Group 154">
              <a:extLst>
                <a:ext uri="{FF2B5EF4-FFF2-40B4-BE49-F238E27FC236}">
                  <a16:creationId xmlns:a16="http://schemas.microsoft.com/office/drawing/2014/main" id="{38424CA8-1819-45B9-9FA4-FA97F277502D}"/>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56" name="Freeform 32">
                <a:extLst>
                  <a:ext uri="{FF2B5EF4-FFF2-40B4-BE49-F238E27FC236}">
                    <a16:creationId xmlns:a16="http://schemas.microsoft.com/office/drawing/2014/main" id="{1A2DDE80-0145-4EFF-84F1-FFD7B2AC1D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157" name="Freeform 33">
                <a:extLst>
                  <a:ext uri="{FF2B5EF4-FFF2-40B4-BE49-F238E27FC236}">
                    <a16:creationId xmlns:a16="http://schemas.microsoft.com/office/drawing/2014/main" id="{1F71CC74-5030-4F80-BFFA-228D1A010CA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158" name="Freeform 34">
                <a:extLst>
                  <a:ext uri="{FF2B5EF4-FFF2-40B4-BE49-F238E27FC236}">
                    <a16:creationId xmlns:a16="http://schemas.microsoft.com/office/drawing/2014/main" id="{27BB5C15-D356-4178-BF59-F5F0771737A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159" name="Freeform 35">
                <a:extLst>
                  <a:ext uri="{FF2B5EF4-FFF2-40B4-BE49-F238E27FC236}">
                    <a16:creationId xmlns:a16="http://schemas.microsoft.com/office/drawing/2014/main" id="{2700F8A0-067E-4788-A2D8-C429B70F51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160" name="Freeform 36">
                <a:extLst>
                  <a:ext uri="{FF2B5EF4-FFF2-40B4-BE49-F238E27FC236}">
                    <a16:creationId xmlns:a16="http://schemas.microsoft.com/office/drawing/2014/main" id="{73E624AE-B247-4560-A06C-B614B831B78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161" name="Freeform 37">
                <a:extLst>
                  <a:ext uri="{FF2B5EF4-FFF2-40B4-BE49-F238E27FC236}">
                    <a16:creationId xmlns:a16="http://schemas.microsoft.com/office/drawing/2014/main" id="{BD34E5F9-A598-428D-9A27-0BDF94519A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162" name="Freeform 38">
                <a:extLst>
                  <a:ext uri="{FF2B5EF4-FFF2-40B4-BE49-F238E27FC236}">
                    <a16:creationId xmlns:a16="http://schemas.microsoft.com/office/drawing/2014/main" id="{C93F07E1-E991-48B7-ABD5-6D145A4B5FE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163" name="Freeform 39">
                <a:extLst>
                  <a:ext uri="{FF2B5EF4-FFF2-40B4-BE49-F238E27FC236}">
                    <a16:creationId xmlns:a16="http://schemas.microsoft.com/office/drawing/2014/main" id="{ECBD8DC9-06EC-452D-B7F6-A6F5902874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164" name="Freeform 40">
                <a:extLst>
                  <a:ext uri="{FF2B5EF4-FFF2-40B4-BE49-F238E27FC236}">
                    <a16:creationId xmlns:a16="http://schemas.microsoft.com/office/drawing/2014/main" id="{B6A9688A-5360-4512-BCAF-ACB027A176A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165" name="Rectangle 41">
                <a:extLst>
                  <a:ext uri="{FF2B5EF4-FFF2-40B4-BE49-F238E27FC236}">
                    <a16:creationId xmlns:a16="http://schemas.microsoft.com/office/drawing/2014/main" id="{22DD5AF5-A34B-4E01-AAB8-94FFC93E458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miter lim="800000"/>
                    <a:headEnd/>
                    <a:tailEnd/>
                  </a14:hiddenLine>
                </a:ext>
              </a:extLst>
            </p:spPr>
          </p:sp>
        </p:grpSp>
      </p:grpSp>
      <p:grpSp>
        <p:nvGrpSpPr>
          <p:cNvPr id="194" name="Group 193">
            <a:extLst>
              <a:ext uri="{FF2B5EF4-FFF2-40B4-BE49-F238E27FC236}">
                <a16:creationId xmlns:a16="http://schemas.microsoft.com/office/drawing/2014/main" id="{1FB308D4-9340-4C23-AAB0-C77A6B8D930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
            <a:ext cx="12192003" cy="6858001"/>
            <a:chOff x="0" y="-1"/>
            <a:chExt cx="12192003" cy="6858001"/>
          </a:xfrm>
        </p:grpSpPr>
        <p:sp useBgFill="1">
          <p:nvSpPr>
            <p:cNvPr id="195" name="Rectangle 194">
              <a:extLst>
                <a:ext uri="{FF2B5EF4-FFF2-40B4-BE49-F238E27FC236}">
                  <a16:creationId xmlns:a16="http://schemas.microsoft.com/office/drawing/2014/main" id="{1FC82A93-81D3-45C9-95A2-6B7FDAFD3B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6" name="Picture 2">
              <a:extLst>
                <a:ext uri="{FF2B5EF4-FFF2-40B4-BE49-F238E27FC236}">
                  <a16:creationId xmlns:a16="http://schemas.microsoft.com/office/drawing/2014/main" id="{366ADA64-0FB2-4760-944A-3ACC14F10E82}"/>
                </a:ext>
                <a:ext uri="{C183D7F6-B498-43B3-948B-1728B52AA6E4}">
                  <adec:decorative xmlns:adec="http://schemas.microsoft.com/office/drawing/2017/decorative" val="1"/>
                </a:ext>
              </a:extLst>
            </p:cNvPr>
            <p:cNvPicPr>
              <a:picLocks noChangeAspect="1" noChangeArrowheads="1"/>
            </p:cNvPicPr>
            <p:nvPr>
              <p:extLst>
                <p:ext uri="{386F3935-93C4-4BCD-93E2-E3B085C9AB24}">
                  <p16:designElem xmlns:p16="http://schemas.microsoft.com/office/powerpoint/2015/main" val="1"/>
                </p:ext>
              </p:extLst>
            </p:nvPr>
          </p:nvPicPr>
          <p:blipFill>
            <a:blip r:embed="rId3">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p14="http://schemas.microsoft.com/office/powerpoint/2010/main" xmlns:a14="http://schemas.microsoft.com/office/drawing/2010/main" xmlns:a16="http://schemas.microsoft.com/office/drawing/2014/main" xmlns="">
                  <a:solidFill>
                    <a:srgbClr val="FFFFFF"/>
                  </a:solidFill>
                </a14:hiddenFill>
              </a:ext>
            </a:extLst>
          </p:spPr>
        </p:pic>
      </p:grpSp>
      <p:pic>
        <p:nvPicPr>
          <p:cNvPr id="146" name="Picture 145" descr="A picture containing text, glass, swimming&#10;&#10;Description automatically generated">
            <a:extLst>
              <a:ext uri="{FF2B5EF4-FFF2-40B4-BE49-F238E27FC236}">
                <a16:creationId xmlns:a16="http://schemas.microsoft.com/office/drawing/2014/main" id="{C963B747-9E34-AD11-E481-606FAD673857}"/>
              </a:ext>
            </a:extLst>
          </p:cNvPr>
          <p:cNvPicPr>
            <a:picLocks noChangeAspect="1"/>
          </p:cNvPicPr>
          <p:nvPr/>
        </p:nvPicPr>
        <p:blipFill rotWithShape="1">
          <a:blip r:embed="rId4">
            <a:alphaModFix/>
          </a:blip>
          <a:srcRect r="2252" b="1"/>
          <a:stretch/>
        </p:blipFill>
        <p:spPr>
          <a:xfrm>
            <a:off x="20" y="10"/>
            <a:ext cx="12188369" cy="6857990"/>
          </a:xfrm>
          <a:prstGeom prst="rect">
            <a:avLst/>
          </a:prstGeom>
        </p:spPr>
      </p:pic>
      <p:grpSp>
        <p:nvGrpSpPr>
          <p:cNvPr id="198" name="Group 197">
            <a:extLst>
              <a:ext uri="{FF2B5EF4-FFF2-40B4-BE49-F238E27FC236}">
                <a16:creationId xmlns:a16="http://schemas.microsoft.com/office/drawing/2014/main" id="{3E8042A5-086D-4778-B813-627DEA979BE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72533" y="0"/>
            <a:ext cx="11455400" cy="6848476"/>
            <a:chOff x="372533" y="0"/>
            <a:chExt cx="11455400" cy="6848476"/>
          </a:xfrm>
        </p:grpSpPr>
        <p:sp>
          <p:nvSpPr>
            <p:cNvPr id="199" name="Round Diagonal Corner Rectangle 7">
              <a:extLst>
                <a:ext uri="{FF2B5EF4-FFF2-40B4-BE49-F238E27FC236}">
                  <a16:creationId xmlns:a16="http://schemas.microsoft.com/office/drawing/2014/main" id="{682F267F-DBD4-4D07-8D3F-D158AB5BED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22867" y="766234"/>
              <a:ext cx="10346266" cy="5325532"/>
            </a:xfrm>
            <a:prstGeom prst="round2DiagRect">
              <a:avLst>
                <a:gd name="adj1" fmla="val 4147"/>
                <a:gd name="adj2" fmla="val 0"/>
              </a:avLst>
            </a:prstGeom>
            <a:solidFill>
              <a:schemeClr val="bg1">
                <a:alpha val="80000"/>
              </a:schemeClr>
            </a:solidFill>
            <a:ln w="19050" cap="sq">
              <a:solidFill>
                <a:schemeClr val="tx2">
                  <a:alpha val="60000"/>
                </a:schemeClr>
              </a:solidFill>
              <a:miter lim="800000"/>
            </a:ln>
            <a:effectLst>
              <a:outerShdw blurRad="889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200" name="Group 199">
              <a:extLst>
                <a:ext uri="{FF2B5EF4-FFF2-40B4-BE49-F238E27FC236}">
                  <a16:creationId xmlns:a16="http://schemas.microsoft.com/office/drawing/2014/main" id="{2837D4D0-6B8D-4CB5-9BCA-DFB941CCE9A2}"/>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1085512" y="0"/>
              <a:ext cx="650875" cy="1730375"/>
              <a:chOff x="11347978" y="0"/>
              <a:chExt cx="650875" cy="1730375"/>
            </a:xfrm>
          </p:grpSpPr>
          <p:sp>
            <p:nvSpPr>
              <p:cNvPr id="220" name="Freeform 32">
                <a:extLst>
                  <a:ext uri="{FF2B5EF4-FFF2-40B4-BE49-F238E27FC236}">
                    <a16:creationId xmlns:a16="http://schemas.microsoft.com/office/drawing/2014/main" id="{7EA3A86A-82A5-4CD3-AEF0-A34A24502D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67041"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80000"/>
                </a:schemeClr>
              </a:solidFill>
              <a:ln>
                <a:noFill/>
              </a:ln>
            </p:spPr>
          </p:sp>
          <p:sp>
            <p:nvSpPr>
              <p:cNvPr id="221" name="Freeform 33">
                <a:extLst>
                  <a:ext uri="{FF2B5EF4-FFF2-40B4-BE49-F238E27FC236}">
                    <a16:creationId xmlns:a16="http://schemas.microsoft.com/office/drawing/2014/main" id="{1CF08B4E-BA7C-43AD-80BC-E2DC0BDC866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47978"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80000"/>
                </a:schemeClr>
              </a:solidFill>
              <a:ln>
                <a:noFill/>
              </a:ln>
            </p:spPr>
          </p:sp>
          <p:sp>
            <p:nvSpPr>
              <p:cNvPr id="222" name="Freeform 34">
                <a:extLst>
                  <a:ext uri="{FF2B5EF4-FFF2-40B4-BE49-F238E27FC236}">
                    <a16:creationId xmlns:a16="http://schemas.microsoft.com/office/drawing/2014/main" id="{035C602E-6CAE-4568-82AC-DB8C0AB51CD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14678"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sp>
          <p:sp>
            <p:nvSpPr>
              <p:cNvPr id="223" name="Freeform 37">
                <a:extLst>
                  <a:ext uri="{FF2B5EF4-FFF2-40B4-BE49-F238E27FC236}">
                    <a16:creationId xmlns:a16="http://schemas.microsoft.com/office/drawing/2014/main" id="{4DDF3192-457C-4DA1-9462-FF0201E6AB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694053"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80000"/>
                </a:schemeClr>
              </a:solidFill>
              <a:ln>
                <a:noFill/>
              </a:ln>
            </p:spPr>
          </p:sp>
        </p:grpSp>
        <p:grpSp>
          <p:nvGrpSpPr>
            <p:cNvPr id="201" name="Group 200">
              <a:extLst>
                <a:ext uri="{FF2B5EF4-FFF2-40B4-BE49-F238E27FC236}">
                  <a16:creationId xmlns:a16="http://schemas.microsoft.com/office/drawing/2014/main" id="{06459D38-B0C2-456F-B94C-2BDC8AAF320F}"/>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flipH="1">
              <a:off x="11229445" y="4867275"/>
              <a:ext cx="598488" cy="1981201"/>
              <a:chOff x="11424178" y="4867275"/>
              <a:chExt cx="598488" cy="1981201"/>
            </a:xfrm>
          </p:grpSpPr>
          <p:sp>
            <p:nvSpPr>
              <p:cNvPr id="214" name="Freeform 35">
                <a:extLst>
                  <a:ext uri="{FF2B5EF4-FFF2-40B4-BE49-F238E27FC236}">
                    <a16:creationId xmlns:a16="http://schemas.microsoft.com/office/drawing/2014/main" id="{96E05598-7B23-40EF-9FBC-6BC371A57C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14666"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80000"/>
                </a:schemeClr>
              </a:solidFill>
              <a:ln>
                <a:noFill/>
              </a:ln>
            </p:spPr>
          </p:sp>
          <p:sp>
            <p:nvSpPr>
              <p:cNvPr id="215" name="Freeform 36">
                <a:extLst>
                  <a:ext uri="{FF2B5EF4-FFF2-40B4-BE49-F238E27FC236}">
                    <a16:creationId xmlns:a16="http://schemas.microsoft.com/office/drawing/2014/main" id="{FAB56040-C448-45F3-A3F9-C7A06F1ABFC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55966"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80000"/>
                </a:schemeClr>
              </a:solidFill>
              <a:ln>
                <a:noFill/>
              </a:ln>
            </p:spPr>
          </p:sp>
          <p:sp>
            <p:nvSpPr>
              <p:cNvPr id="216" name="Freeform 38">
                <a:extLst>
                  <a:ext uri="{FF2B5EF4-FFF2-40B4-BE49-F238E27FC236}">
                    <a16:creationId xmlns:a16="http://schemas.microsoft.com/office/drawing/2014/main" id="{CD96BC18-825C-4F5B-B444-49199AADC30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19441"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sp>
          <p:sp>
            <p:nvSpPr>
              <p:cNvPr id="217" name="Freeform 39">
                <a:extLst>
                  <a:ext uri="{FF2B5EF4-FFF2-40B4-BE49-F238E27FC236}">
                    <a16:creationId xmlns:a16="http://schemas.microsoft.com/office/drawing/2014/main" id="{8C07827E-16A1-4797-A2D9-49F6ED9B7A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24178"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80000"/>
                </a:schemeClr>
              </a:solidFill>
              <a:ln>
                <a:noFill/>
              </a:ln>
            </p:spPr>
          </p:sp>
          <p:sp>
            <p:nvSpPr>
              <p:cNvPr id="218" name="Freeform 40">
                <a:extLst>
                  <a:ext uri="{FF2B5EF4-FFF2-40B4-BE49-F238E27FC236}">
                    <a16:creationId xmlns:a16="http://schemas.microsoft.com/office/drawing/2014/main" id="{99C52AB4-3E04-48E2-9B65-F72A4E9AA2A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32166"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80000"/>
                </a:schemeClr>
              </a:solidFill>
              <a:ln>
                <a:noFill/>
              </a:ln>
            </p:spPr>
          </p:sp>
          <p:sp>
            <p:nvSpPr>
              <p:cNvPr id="219" name="Rectangle 41">
                <a:extLst>
                  <a:ext uri="{FF2B5EF4-FFF2-40B4-BE49-F238E27FC236}">
                    <a16:creationId xmlns:a16="http://schemas.microsoft.com/office/drawing/2014/main" id="{87B8359A-DD34-4B28-AA44-6D102A495566}"/>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22653" y="6596063"/>
                <a:ext cx="23813" cy="252413"/>
              </a:xfrm>
              <a:prstGeom prst="rect">
                <a:avLst/>
              </a:prstGeom>
              <a:solidFill>
                <a:schemeClr val="tx2">
                  <a:alpha val="80000"/>
                </a:schemeClr>
              </a:solidFill>
              <a:ln>
                <a:noFill/>
              </a:ln>
            </p:spPr>
          </p:sp>
        </p:grpSp>
        <p:grpSp>
          <p:nvGrpSpPr>
            <p:cNvPr id="202" name="Group 201">
              <a:extLst>
                <a:ext uri="{FF2B5EF4-FFF2-40B4-BE49-F238E27FC236}">
                  <a16:creationId xmlns:a16="http://schemas.microsoft.com/office/drawing/2014/main" id="{01F5BB62-C844-4119-AB0D-539F3B1BBEFE}"/>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flipH="1">
              <a:off x="440267" y="5118101"/>
              <a:ext cx="650875" cy="1730375"/>
              <a:chOff x="118533" y="5118101"/>
              <a:chExt cx="650875" cy="1730375"/>
            </a:xfrm>
          </p:grpSpPr>
          <p:sp>
            <p:nvSpPr>
              <p:cNvPr id="210" name="Freeform 32">
                <a:extLst>
                  <a:ext uri="{FF2B5EF4-FFF2-40B4-BE49-F238E27FC236}">
                    <a16:creationId xmlns:a16="http://schemas.microsoft.com/office/drawing/2014/main" id="{BBDBB14A-54B0-4366-A990-18C91075A4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237596" y="6335713"/>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80000"/>
                </a:schemeClr>
              </a:solidFill>
              <a:ln>
                <a:noFill/>
              </a:ln>
            </p:spPr>
          </p:sp>
          <p:sp>
            <p:nvSpPr>
              <p:cNvPr id="211" name="Freeform 33">
                <a:extLst>
                  <a:ext uri="{FF2B5EF4-FFF2-40B4-BE49-F238E27FC236}">
                    <a16:creationId xmlns:a16="http://schemas.microsoft.com/office/drawing/2014/main" id="{531669E3-5883-4FFF-8370-F8781A4CEAC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118533" y="622141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80000"/>
                </a:schemeClr>
              </a:solidFill>
              <a:ln>
                <a:noFill/>
              </a:ln>
            </p:spPr>
          </p:sp>
          <p:sp>
            <p:nvSpPr>
              <p:cNvPr id="212" name="Freeform 34">
                <a:extLst>
                  <a:ext uri="{FF2B5EF4-FFF2-40B4-BE49-F238E27FC236}">
                    <a16:creationId xmlns:a16="http://schemas.microsoft.com/office/drawing/2014/main" id="{A752DDF0-FCDB-4F46-B137-AF4B6A72AE0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385233" y="5118101"/>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sp>
          <p:sp>
            <p:nvSpPr>
              <p:cNvPr id="213" name="Freeform 37">
                <a:extLst>
                  <a:ext uri="{FF2B5EF4-FFF2-40B4-BE49-F238E27FC236}">
                    <a16:creationId xmlns:a16="http://schemas.microsoft.com/office/drawing/2014/main" id="{16B5E313-D34D-4F56-BB12-70083B0AD8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464608" y="5299075"/>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80000"/>
                </a:schemeClr>
              </a:solidFill>
              <a:ln>
                <a:noFill/>
              </a:ln>
            </p:spPr>
          </p:sp>
        </p:grpSp>
        <p:grpSp>
          <p:nvGrpSpPr>
            <p:cNvPr id="203" name="Group 202">
              <a:extLst>
                <a:ext uri="{FF2B5EF4-FFF2-40B4-BE49-F238E27FC236}">
                  <a16:creationId xmlns:a16="http://schemas.microsoft.com/office/drawing/2014/main" id="{CE4570D7-06AE-4078-97F6-4F3A79818C55}"/>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72533" y="0"/>
              <a:ext cx="598488" cy="1981201"/>
              <a:chOff x="194733" y="0"/>
              <a:chExt cx="598488" cy="1981201"/>
            </a:xfrm>
          </p:grpSpPr>
          <p:sp>
            <p:nvSpPr>
              <p:cNvPr id="204" name="Freeform 35">
                <a:extLst>
                  <a:ext uri="{FF2B5EF4-FFF2-40B4-BE49-F238E27FC236}">
                    <a16:creationId xmlns:a16="http://schemas.microsoft.com/office/drawing/2014/main" id="{D3FF7E43-9ACC-4E6A-BDB7-AB55929C30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285221" y="0"/>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80000"/>
                </a:schemeClr>
              </a:solidFill>
              <a:ln>
                <a:noFill/>
              </a:ln>
            </p:spPr>
          </p:sp>
          <p:sp>
            <p:nvSpPr>
              <p:cNvPr id="205" name="Freeform 36">
                <a:extLst>
                  <a:ext uri="{FF2B5EF4-FFF2-40B4-BE49-F238E27FC236}">
                    <a16:creationId xmlns:a16="http://schemas.microsoft.com/office/drawing/2014/main" id="{ACBF8041-3AD8-4EC2-9D3C-8D9BBF121A2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526521" y="1141413"/>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80000"/>
                </a:schemeClr>
              </a:solidFill>
              <a:ln>
                <a:noFill/>
              </a:ln>
            </p:spPr>
          </p:sp>
          <p:sp>
            <p:nvSpPr>
              <p:cNvPr id="206" name="Freeform 38">
                <a:extLst>
                  <a:ext uri="{FF2B5EF4-FFF2-40B4-BE49-F238E27FC236}">
                    <a16:creationId xmlns:a16="http://schemas.microsoft.com/office/drawing/2014/main" id="{7B211858-FA84-444D-A337-8EFC4C6E4DA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389996" y="1792288"/>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sp>
          <p:sp>
            <p:nvSpPr>
              <p:cNvPr id="207" name="Freeform 39">
                <a:extLst>
                  <a:ext uri="{FF2B5EF4-FFF2-40B4-BE49-F238E27FC236}">
                    <a16:creationId xmlns:a16="http://schemas.microsoft.com/office/drawing/2014/main" id="{E163D0B2-A785-42FD-B6C2-895B5861D3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194733" y="0"/>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80000"/>
                </a:schemeClr>
              </a:solidFill>
              <a:ln>
                <a:noFill/>
              </a:ln>
            </p:spPr>
          </p:sp>
          <p:sp>
            <p:nvSpPr>
              <p:cNvPr id="208" name="Freeform 40">
                <a:extLst>
                  <a:ext uri="{FF2B5EF4-FFF2-40B4-BE49-F238E27FC236}">
                    <a16:creationId xmlns:a16="http://schemas.microsoft.com/office/drawing/2014/main" id="{303CCB76-FDF7-40C4-ABC9-23C3A00681F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602721" y="24288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80000"/>
                </a:schemeClr>
              </a:solidFill>
              <a:ln>
                <a:noFill/>
              </a:ln>
            </p:spPr>
          </p:sp>
          <p:sp>
            <p:nvSpPr>
              <p:cNvPr id="209" name="Rectangle 41">
                <a:extLst>
                  <a:ext uri="{FF2B5EF4-FFF2-40B4-BE49-F238E27FC236}">
                    <a16:creationId xmlns:a16="http://schemas.microsoft.com/office/drawing/2014/main" id="{45C1F2F9-DDA2-4422-B65D-96EDA9E01D16}"/>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flipV="1">
                <a:off x="693208" y="0"/>
                <a:ext cx="23813" cy="252413"/>
              </a:xfrm>
              <a:prstGeom prst="rect">
                <a:avLst/>
              </a:prstGeom>
              <a:solidFill>
                <a:schemeClr val="tx2">
                  <a:alpha val="80000"/>
                </a:schemeClr>
              </a:solidFill>
              <a:ln>
                <a:noFill/>
              </a:ln>
            </p:spPr>
          </p:sp>
        </p:grpSp>
      </p:grpSp>
      <p:sp>
        <p:nvSpPr>
          <p:cNvPr id="3" name="TextBox 2">
            <a:extLst>
              <a:ext uri="{FF2B5EF4-FFF2-40B4-BE49-F238E27FC236}">
                <a16:creationId xmlns:a16="http://schemas.microsoft.com/office/drawing/2014/main" id="{AA5393A5-146E-1123-F21E-E4766F2734DA}"/>
              </a:ext>
            </a:extLst>
          </p:cNvPr>
          <p:cNvSpPr txBox="1"/>
          <p:nvPr/>
        </p:nvSpPr>
        <p:spPr>
          <a:xfrm>
            <a:off x="1143001" y="1007533"/>
            <a:ext cx="9905998" cy="1092200"/>
          </a:xfrm>
          <a:prstGeom prst="rect">
            <a:avLst/>
          </a:prstGeom>
        </p:spPr>
        <p:txBody>
          <a:bodyPr vert="horz" lIns="91440" tIns="45720" rIns="91440" bIns="45720" rtlCol="0" anchor="ctr">
            <a:normAutofit/>
          </a:bodyPr>
          <a:lstStyle/>
          <a:p>
            <a:pPr algn="ctr" defTabSz="914400">
              <a:lnSpc>
                <a:spcPct val="90000"/>
              </a:lnSpc>
              <a:spcBef>
                <a:spcPct val="0"/>
              </a:spcBef>
              <a:spcAft>
                <a:spcPts val="600"/>
              </a:spcAft>
            </a:pPr>
            <a:endParaRPr lang="en-US" sz="3600" cap="all" dirty="0">
              <a:effectLst>
                <a:outerShdw blurRad="177800" dist="38100" dir="2700000" algn="tl">
                  <a:srgbClr val="000000">
                    <a:alpha val="24000"/>
                  </a:srgbClr>
                </a:outerShdw>
              </a:effectLst>
              <a:latin typeface="+mj-lt"/>
              <a:ea typeface="+mj-ea"/>
              <a:cs typeface="+mj-cs"/>
            </a:endParaRPr>
          </a:p>
        </p:txBody>
      </p:sp>
      <p:sp>
        <p:nvSpPr>
          <p:cNvPr id="4" name="TextBox 3">
            <a:extLst>
              <a:ext uri="{FF2B5EF4-FFF2-40B4-BE49-F238E27FC236}">
                <a16:creationId xmlns:a16="http://schemas.microsoft.com/office/drawing/2014/main" id="{66E89FE4-460E-6884-1E90-E0414D0A502E}"/>
              </a:ext>
            </a:extLst>
          </p:cNvPr>
          <p:cNvSpPr txBox="1"/>
          <p:nvPr/>
        </p:nvSpPr>
        <p:spPr>
          <a:xfrm>
            <a:off x="1143001" y="2252134"/>
            <a:ext cx="9905999" cy="3454399"/>
          </a:xfrm>
          <a:prstGeom prst="rect">
            <a:avLst/>
          </a:prstGeom>
        </p:spPr>
        <p:txBody>
          <a:bodyPr vert="horz" lIns="91440" tIns="45720" rIns="91440" bIns="45720" rtlCol="0" anchor="ctr">
            <a:normAutofit/>
          </a:bodyPr>
          <a:lstStyle/>
          <a:p>
            <a:pPr defTabSz="914400">
              <a:lnSpc>
                <a:spcPct val="120000"/>
              </a:lnSpc>
              <a:spcAft>
                <a:spcPts val="600"/>
              </a:spcAft>
              <a:buSzPct val="125000"/>
            </a:pPr>
            <a:r>
              <a:rPr lang="en-US" sz="3200" dirty="0">
                <a:effectLst>
                  <a:outerShdw blurRad="152400" dist="38100" dir="2700000" algn="tl">
                    <a:srgbClr val="000000">
                      <a:alpha val="36000"/>
                    </a:srgbClr>
                  </a:outerShdw>
                </a:effectLst>
              </a:rPr>
              <a:t>Career Growth Path:</a:t>
            </a:r>
          </a:p>
          <a:p>
            <a:pPr indent="-228600" defTabSz="914400">
              <a:lnSpc>
                <a:spcPct val="120000"/>
              </a:lnSpc>
              <a:spcAft>
                <a:spcPts val="600"/>
              </a:spcAft>
              <a:buSzPct val="125000"/>
              <a:buFont typeface="Arial" panose="020B0604020202020204" pitchFamily="34" charset="0"/>
              <a:buChar char="•"/>
            </a:pPr>
            <a:endParaRPr lang="en-US" sz="2000" dirty="0">
              <a:effectLst>
                <a:outerShdw blurRad="152400" dist="38100" dir="2700000" algn="tl">
                  <a:srgbClr val="000000">
                    <a:alpha val="36000"/>
                  </a:srgbClr>
                </a:outerShdw>
              </a:effectLst>
            </a:endParaRPr>
          </a:p>
          <a:p>
            <a:pPr indent="-228600" defTabSz="914400">
              <a:lnSpc>
                <a:spcPct val="120000"/>
              </a:lnSpc>
              <a:spcAft>
                <a:spcPts val="600"/>
              </a:spcAft>
              <a:buSzPct val="125000"/>
              <a:buFont typeface="Arial" panose="020B0604020202020204" pitchFamily="34" charset="0"/>
              <a:buChar char="•"/>
            </a:pPr>
            <a:endParaRPr lang="en-US" sz="2000" dirty="0">
              <a:effectLst>
                <a:outerShdw blurRad="152400" dist="38100" dir="2700000" algn="tl">
                  <a:srgbClr val="000000">
                    <a:alpha val="36000"/>
                  </a:srgbClr>
                </a:outerShdw>
              </a:effectLst>
            </a:endParaRPr>
          </a:p>
          <a:p>
            <a:pPr indent="-228600" defTabSz="914400">
              <a:lnSpc>
                <a:spcPct val="120000"/>
              </a:lnSpc>
              <a:spcAft>
                <a:spcPts val="600"/>
              </a:spcAft>
              <a:buSzPct val="125000"/>
              <a:buFont typeface="Arial" panose="020B0604020202020204" pitchFamily="34" charset="0"/>
              <a:buChar char="•"/>
            </a:pPr>
            <a:r>
              <a:rPr lang="en-US" sz="2400" dirty="0">
                <a:effectLst>
                  <a:outerShdw blurRad="152400" dist="38100" dir="2700000" algn="tl">
                    <a:srgbClr val="000000">
                      <a:alpha val="36000"/>
                    </a:srgbClr>
                  </a:outerShdw>
                </a:effectLst>
              </a:rPr>
              <a:t>-Getting my bachelor’s.</a:t>
            </a:r>
          </a:p>
          <a:p>
            <a:pPr indent="-228600" defTabSz="914400">
              <a:lnSpc>
                <a:spcPct val="120000"/>
              </a:lnSpc>
              <a:spcAft>
                <a:spcPts val="600"/>
              </a:spcAft>
              <a:buSzPct val="125000"/>
              <a:buFont typeface="Arial" panose="020B0604020202020204" pitchFamily="34" charset="0"/>
              <a:buChar char="•"/>
            </a:pPr>
            <a:r>
              <a:rPr lang="en-US" sz="2400" dirty="0">
                <a:effectLst>
                  <a:outerShdw blurRad="152400" dist="38100" dir="2700000" algn="tl">
                    <a:srgbClr val="000000">
                      <a:alpha val="36000"/>
                    </a:srgbClr>
                  </a:outerShdw>
                </a:effectLst>
              </a:rPr>
              <a:t>-Getting two years of job experience in the cybersecurity field.</a:t>
            </a:r>
          </a:p>
          <a:p>
            <a:pPr indent="-228600" defTabSz="914400">
              <a:lnSpc>
                <a:spcPct val="120000"/>
              </a:lnSpc>
              <a:spcAft>
                <a:spcPts val="600"/>
              </a:spcAft>
              <a:buSzPct val="125000"/>
              <a:buFont typeface="Arial" panose="020B0604020202020204" pitchFamily="34" charset="0"/>
              <a:buChar char="•"/>
            </a:pPr>
            <a:r>
              <a:rPr lang="en-US" sz="2400" dirty="0">
                <a:effectLst>
                  <a:outerShdw blurRad="152400" dist="38100" dir="2700000" algn="tl">
                    <a:srgbClr val="000000">
                      <a:alpha val="36000"/>
                    </a:srgbClr>
                  </a:outerShdw>
                </a:effectLst>
              </a:rPr>
              <a:t>-Getting GCIH, CEH, CompTIA Security +, and CISSP certifications. </a:t>
            </a:r>
          </a:p>
          <a:p>
            <a:pPr indent="-228600" defTabSz="914400">
              <a:lnSpc>
                <a:spcPct val="120000"/>
              </a:lnSpc>
              <a:spcAft>
                <a:spcPts val="600"/>
              </a:spcAft>
              <a:buSzPct val="125000"/>
              <a:buFont typeface="Arial" panose="020B0604020202020204" pitchFamily="34" charset="0"/>
              <a:buChar char="•"/>
            </a:pPr>
            <a:endParaRPr lang="en-US" sz="2000" dirty="0">
              <a:effectLst>
                <a:outerShdw blurRad="152400" dist="38100" dir="2700000" algn="tl">
                  <a:srgbClr val="000000">
                    <a:alpha val="36000"/>
                  </a:srgbClr>
                </a:outerShdw>
              </a:effectLst>
            </a:endParaRPr>
          </a:p>
          <a:p>
            <a:pPr indent="-228600" defTabSz="914400">
              <a:lnSpc>
                <a:spcPct val="120000"/>
              </a:lnSpc>
              <a:spcAft>
                <a:spcPts val="600"/>
              </a:spcAft>
              <a:buSzPct val="125000"/>
              <a:buFont typeface="Arial" panose="020B0604020202020204" pitchFamily="34" charset="0"/>
              <a:buChar char="•"/>
            </a:pPr>
            <a:endParaRPr lang="en-US" sz="2000" dirty="0">
              <a:effectLst>
                <a:outerShdw blurRad="152400" dist="38100" dir="2700000" algn="tl">
                  <a:srgbClr val="000000">
                    <a:alpha val="36000"/>
                  </a:srgbClr>
                </a:outerShdw>
              </a:effectLst>
            </a:endParaRPr>
          </a:p>
          <a:p>
            <a:pPr indent="-228600" defTabSz="914400">
              <a:lnSpc>
                <a:spcPct val="120000"/>
              </a:lnSpc>
              <a:spcAft>
                <a:spcPts val="600"/>
              </a:spcAft>
              <a:buSzPct val="125000"/>
              <a:buFont typeface="Arial" panose="020B0604020202020204" pitchFamily="34" charset="0"/>
              <a:buChar char="•"/>
            </a:pPr>
            <a:endParaRPr lang="en-US" sz="2000" dirty="0">
              <a:effectLst>
                <a:outerShdw blurRad="152400" dist="38100" dir="2700000" algn="tl">
                  <a:srgbClr val="000000">
                    <a:alpha val="36000"/>
                  </a:srgbClr>
                </a:outerShdw>
              </a:effectLst>
            </a:endParaRPr>
          </a:p>
        </p:txBody>
      </p:sp>
    </p:spTree>
    <p:extLst>
      <p:ext uri="{BB962C8B-B14F-4D97-AF65-F5344CB8AC3E}">
        <p14:creationId xmlns:p14="http://schemas.microsoft.com/office/powerpoint/2010/main" val="3484102183"/>
      </p:ext>
    </p:extLst>
  </p:cSld>
  <p:clrMapOvr>
    <a:masterClrMapping/>
  </p:clrMapOvr>
  <p:transition spd="slow">
    <p:randomBar dir="vert"/>
  </p:transition>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82000"/>
                <a:satMod val="150000"/>
                <a:lumMod val="160000"/>
              </a:schemeClr>
            </a:duotone>
          </a:blip>
          <a:stretch/>
        </a:blipFill>
        <a:effectLst/>
      </p:bgPr>
    </p:bg>
    <p:spTree>
      <p:nvGrpSpPr>
        <p:cNvPr id="1" name=""/>
        <p:cNvGrpSpPr/>
        <p:nvPr/>
      </p:nvGrpSpPr>
      <p:grpSpPr>
        <a:xfrm>
          <a:off x="0" y="0"/>
          <a:ext cx="0" cy="0"/>
          <a:chOff x="0" y="0"/>
          <a:chExt cx="0" cy="0"/>
        </a:xfrm>
      </p:grpSpPr>
      <p:pic>
        <p:nvPicPr>
          <p:cNvPr id="8" name="Picture 2">
            <a:extLst>
              <a:ext uri="{FF2B5EF4-FFF2-40B4-BE49-F238E27FC236}">
                <a16:creationId xmlns:a16="http://schemas.microsoft.com/office/drawing/2014/main" id="{3EF0702B-8BDA-49B2-9FB5-FAEFBAAD265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p14="http://schemas.microsoft.com/office/powerpoint/2010/main" xmlns:a14="http://schemas.microsoft.com/office/drawing/2010/main" xmlns:a16="http://schemas.microsoft.com/office/drawing/2014/main" xmlns="">
                <a:solidFill>
                  <a:srgbClr val="FFFFFF"/>
                </a:solidFill>
              </a14:hiddenFill>
            </a:ext>
          </a:extLst>
        </p:spPr>
      </p:pic>
      <p:grpSp>
        <p:nvGrpSpPr>
          <p:cNvPr id="10" name="Group 9">
            <a:extLst>
              <a:ext uri="{FF2B5EF4-FFF2-40B4-BE49-F238E27FC236}">
                <a16:creationId xmlns:a16="http://schemas.microsoft.com/office/drawing/2014/main" id="{9D8D9FF3-B837-4563-BBDD-397FAC4FDAF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053888" cy="6858001"/>
            <a:chOff x="-14288" y="0"/>
            <a:chExt cx="12053888" cy="6858001"/>
          </a:xfrm>
        </p:grpSpPr>
        <p:grpSp>
          <p:nvGrpSpPr>
            <p:cNvPr id="11" name="Group 10">
              <a:extLst>
                <a:ext uri="{FF2B5EF4-FFF2-40B4-BE49-F238E27FC236}">
                  <a16:creationId xmlns:a16="http://schemas.microsoft.com/office/drawing/2014/main" id="{724185D4-BA0D-4936-9FD1-DAFC9F2D4FBD}"/>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3" name="Rectangle 5">
                <a:extLst>
                  <a:ext uri="{FF2B5EF4-FFF2-40B4-BE49-F238E27FC236}">
                    <a16:creationId xmlns:a16="http://schemas.microsoft.com/office/drawing/2014/main" id="{88C0A3E2-2EF8-4B78-924A-4CE18DC2E1F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miter lim="800000"/>
                    <a:headEnd/>
                    <a:tailEnd/>
                  </a14:hiddenLine>
                </a:ext>
              </a:extLst>
            </p:spPr>
          </p:sp>
          <p:sp>
            <p:nvSpPr>
              <p:cNvPr id="24" name="Freeform 6">
                <a:extLst>
                  <a:ext uri="{FF2B5EF4-FFF2-40B4-BE49-F238E27FC236}">
                    <a16:creationId xmlns:a16="http://schemas.microsoft.com/office/drawing/2014/main" id="{FC28307F-5603-45B4-811B-D1FDA9AC749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25" name="Freeform 7">
                <a:extLst>
                  <a:ext uri="{FF2B5EF4-FFF2-40B4-BE49-F238E27FC236}">
                    <a16:creationId xmlns:a16="http://schemas.microsoft.com/office/drawing/2014/main" id="{69FD485A-59BE-46AD-AF37-77821F8F7F3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26" name="Freeform 8">
                <a:extLst>
                  <a:ext uri="{FF2B5EF4-FFF2-40B4-BE49-F238E27FC236}">
                    <a16:creationId xmlns:a16="http://schemas.microsoft.com/office/drawing/2014/main" id="{BDFEA793-B98A-4CAB-A0D5-2B470E05F9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27" name="Freeform 9">
                <a:extLst>
                  <a:ext uri="{FF2B5EF4-FFF2-40B4-BE49-F238E27FC236}">
                    <a16:creationId xmlns:a16="http://schemas.microsoft.com/office/drawing/2014/main" id="{EE25D0AE-3B13-4655-A294-EF0D78F1227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28" name="Freeform 10">
                <a:extLst>
                  <a:ext uri="{FF2B5EF4-FFF2-40B4-BE49-F238E27FC236}">
                    <a16:creationId xmlns:a16="http://schemas.microsoft.com/office/drawing/2014/main" id="{23C38D80-292F-43A1-B89C-E624D0BF8B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29" name="Freeform 11">
                <a:extLst>
                  <a:ext uri="{FF2B5EF4-FFF2-40B4-BE49-F238E27FC236}">
                    <a16:creationId xmlns:a16="http://schemas.microsoft.com/office/drawing/2014/main" id="{E2B5219E-9DCD-4C4B-991C-FC45DFCD14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30" name="Freeform 12">
                <a:extLst>
                  <a:ext uri="{FF2B5EF4-FFF2-40B4-BE49-F238E27FC236}">
                    <a16:creationId xmlns:a16="http://schemas.microsoft.com/office/drawing/2014/main" id="{A30E8782-7DF6-427A-9A2A-702365C0EC7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31" name="Freeform 13">
                <a:extLst>
                  <a:ext uri="{FF2B5EF4-FFF2-40B4-BE49-F238E27FC236}">
                    <a16:creationId xmlns:a16="http://schemas.microsoft.com/office/drawing/2014/main" id="{FE1B06CA-5BA9-45ED-B3C6-CAE40B8E23C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32" name="Freeform 14">
                <a:extLst>
                  <a:ext uri="{FF2B5EF4-FFF2-40B4-BE49-F238E27FC236}">
                    <a16:creationId xmlns:a16="http://schemas.microsoft.com/office/drawing/2014/main" id="{C52909D3-C19E-4F06-A560-2D2DD63235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33" name="Freeform 15">
                <a:extLst>
                  <a:ext uri="{FF2B5EF4-FFF2-40B4-BE49-F238E27FC236}">
                    <a16:creationId xmlns:a16="http://schemas.microsoft.com/office/drawing/2014/main" id="{C6838D4B-DA22-4462-9CE0-E01E48BA918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34" name="Line 16">
                <a:extLst>
                  <a:ext uri="{FF2B5EF4-FFF2-40B4-BE49-F238E27FC236}">
                    <a16:creationId xmlns:a16="http://schemas.microsoft.com/office/drawing/2014/main" id="{AE0BE66B-3C19-4B17-AD92-0BC90461D639}"/>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sp>
          <p:sp>
            <p:nvSpPr>
              <p:cNvPr id="35" name="Freeform 17">
                <a:extLst>
                  <a:ext uri="{FF2B5EF4-FFF2-40B4-BE49-F238E27FC236}">
                    <a16:creationId xmlns:a16="http://schemas.microsoft.com/office/drawing/2014/main" id="{AD0FA87C-8F9F-421D-BD98-51D6F78A02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36" name="Freeform 18">
                <a:extLst>
                  <a:ext uri="{FF2B5EF4-FFF2-40B4-BE49-F238E27FC236}">
                    <a16:creationId xmlns:a16="http://schemas.microsoft.com/office/drawing/2014/main" id="{D1CCD0AA-AEA4-4E75-B606-ED77C1354D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37" name="Freeform 19">
                <a:extLst>
                  <a:ext uri="{FF2B5EF4-FFF2-40B4-BE49-F238E27FC236}">
                    <a16:creationId xmlns:a16="http://schemas.microsoft.com/office/drawing/2014/main" id="{AE2D1BCE-E4E7-47AB-BE42-82509939EF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38" name="Freeform 20">
                <a:extLst>
                  <a:ext uri="{FF2B5EF4-FFF2-40B4-BE49-F238E27FC236}">
                    <a16:creationId xmlns:a16="http://schemas.microsoft.com/office/drawing/2014/main" id="{473D3523-AEDD-4EE1-A0AD-58CA27B877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39" name="Rectangle 21">
                <a:extLst>
                  <a:ext uri="{FF2B5EF4-FFF2-40B4-BE49-F238E27FC236}">
                    <a16:creationId xmlns:a16="http://schemas.microsoft.com/office/drawing/2014/main" id="{544D95D4-2423-4287-B761-407A6573A080}"/>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miter lim="800000"/>
                    <a:headEnd/>
                    <a:tailEnd/>
                  </a14:hiddenLine>
                </a:ext>
              </a:extLst>
            </p:spPr>
          </p:sp>
          <p:sp>
            <p:nvSpPr>
              <p:cNvPr id="40" name="Freeform 22">
                <a:extLst>
                  <a:ext uri="{FF2B5EF4-FFF2-40B4-BE49-F238E27FC236}">
                    <a16:creationId xmlns:a16="http://schemas.microsoft.com/office/drawing/2014/main" id="{7B471CBE-8098-4218-9F7A-6F1CBD1C3F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41" name="Freeform 23">
                <a:extLst>
                  <a:ext uri="{FF2B5EF4-FFF2-40B4-BE49-F238E27FC236}">
                    <a16:creationId xmlns:a16="http://schemas.microsoft.com/office/drawing/2014/main" id="{F846011B-9AD7-4FD0-B6C2-5305FEA5F49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42" name="Freeform 24">
                <a:extLst>
                  <a:ext uri="{FF2B5EF4-FFF2-40B4-BE49-F238E27FC236}">
                    <a16:creationId xmlns:a16="http://schemas.microsoft.com/office/drawing/2014/main" id="{D865D67E-FECF-4D91-B760-03E7FDD77A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43" name="Freeform 25">
                <a:extLst>
                  <a:ext uri="{FF2B5EF4-FFF2-40B4-BE49-F238E27FC236}">
                    <a16:creationId xmlns:a16="http://schemas.microsoft.com/office/drawing/2014/main" id="{4BC160F1-DA26-4D45-85A9-9F848ED55B2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44" name="Freeform 26">
                <a:extLst>
                  <a:ext uri="{FF2B5EF4-FFF2-40B4-BE49-F238E27FC236}">
                    <a16:creationId xmlns:a16="http://schemas.microsoft.com/office/drawing/2014/main" id="{D94B6483-65D5-4965-AE49-E65F7112BA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45" name="Freeform 27">
                <a:extLst>
                  <a:ext uri="{FF2B5EF4-FFF2-40B4-BE49-F238E27FC236}">
                    <a16:creationId xmlns:a16="http://schemas.microsoft.com/office/drawing/2014/main" id="{1DACBD0F-F55C-49F2-BB15-E050ED16FE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46" name="Freeform 28">
                <a:extLst>
                  <a:ext uri="{FF2B5EF4-FFF2-40B4-BE49-F238E27FC236}">
                    <a16:creationId xmlns:a16="http://schemas.microsoft.com/office/drawing/2014/main" id="{BC0FA2EE-3EF5-41AD-9BCC-4BD4066F21E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47" name="Freeform 29">
                <a:extLst>
                  <a:ext uri="{FF2B5EF4-FFF2-40B4-BE49-F238E27FC236}">
                    <a16:creationId xmlns:a16="http://schemas.microsoft.com/office/drawing/2014/main" id="{66313D2E-7E8B-424D-8808-5A952762DD1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48" name="Freeform 30">
                <a:extLst>
                  <a:ext uri="{FF2B5EF4-FFF2-40B4-BE49-F238E27FC236}">
                    <a16:creationId xmlns:a16="http://schemas.microsoft.com/office/drawing/2014/main" id="{F4A99A13-FD75-4F56-A5F9-54E5807E5D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49" name="Freeform 31">
                <a:extLst>
                  <a:ext uri="{FF2B5EF4-FFF2-40B4-BE49-F238E27FC236}">
                    <a16:creationId xmlns:a16="http://schemas.microsoft.com/office/drawing/2014/main" id="{808E31E1-F7AD-4A81-8FD3-806FF7B69D2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grpSp>
        <p:grpSp>
          <p:nvGrpSpPr>
            <p:cNvPr id="12" name="Group 11">
              <a:extLst>
                <a:ext uri="{FF2B5EF4-FFF2-40B4-BE49-F238E27FC236}">
                  <a16:creationId xmlns:a16="http://schemas.microsoft.com/office/drawing/2014/main" id="{38424CA8-1819-45B9-9FA4-FA97F277502D}"/>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3" name="Freeform 32">
                <a:extLst>
                  <a:ext uri="{FF2B5EF4-FFF2-40B4-BE49-F238E27FC236}">
                    <a16:creationId xmlns:a16="http://schemas.microsoft.com/office/drawing/2014/main" id="{1A2DDE80-0145-4EFF-84F1-FFD7B2AC1D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14" name="Freeform 33">
                <a:extLst>
                  <a:ext uri="{FF2B5EF4-FFF2-40B4-BE49-F238E27FC236}">
                    <a16:creationId xmlns:a16="http://schemas.microsoft.com/office/drawing/2014/main" id="{1F71CC74-5030-4F80-BFFA-228D1A010CA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15" name="Freeform 34">
                <a:extLst>
                  <a:ext uri="{FF2B5EF4-FFF2-40B4-BE49-F238E27FC236}">
                    <a16:creationId xmlns:a16="http://schemas.microsoft.com/office/drawing/2014/main" id="{27BB5C15-D356-4178-BF59-F5F0771737A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16" name="Freeform 35">
                <a:extLst>
                  <a:ext uri="{FF2B5EF4-FFF2-40B4-BE49-F238E27FC236}">
                    <a16:creationId xmlns:a16="http://schemas.microsoft.com/office/drawing/2014/main" id="{2700F8A0-067E-4788-A2D8-C429B70F51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17" name="Freeform 36">
                <a:extLst>
                  <a:ext uri="{FF2B5EF4-FFF2-40B4-BE49-F238E27FC236}">
                    <a16:creationId xmlns:a16="http://schemas.microsoft.com/office/drawing/2014/main" id="{73E624AE-B247-4560-A06C-B614B831B78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18" name="Freeform 37">
                <a:extLst>
                  <a:ext uri="{FF2B5EF4-FFF2-40B4-BE49-F238E27FC236}">
                    <a16:creationId xmlns:a16="http://schemas.microsoft.com/office/drawing/2014/main" id="{BD34E5F9-A598-428D-9A27-0BDF94519A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19" name="Freeform 38">
                <a:extLst>
                  <a:ext uri="{FF2B5EF4-FFF2-40B4-BE49-F238E27FC236}">
                    <a16:creationId xmlns:a16="http://schemas.microsoft.com/office/drawing/2014/main" id="{C93F07E1-E991-48B7-ABD5-6D145A4B5FE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20" name="Freeform 39">
                <a:extLst>
                  <a:ext uri="{FF2B5EF4-FFF2-40B4-BE49-F238E27FC236}">
                    <a16:creationId xmlns:a16="http://schemas.microsoft.com/office/drawing/2014/main" id="{ECBD8DC9-06EC-452D-B7F6-A6F5902874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21" name="Freeform 40">
                <a:extLst>
                  <a:ext uri="{FF2B5EF4-FFF2-40B4-BE49-F238E27FC236}">
                    <a16:creationId xmlns:a16="http://schemas.microsoft.com/office/drawing/2014/main" id="{B6A9688A-5360-4512-BCAF-ACB027A176A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22" name="Rectangle 41">
                <a:extLst>
                  <a:ext uri="{FF2B5EF4-FFF2-40B4-BE49-F238E27FC236}">
                    <a16:creationId xmlns:a16="http://schemas.microsoft.com/office/drawing/2014/main" id="{22DD5AF5-A34B-4E01-AAB8-94FFC93E458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miter lim="800000"/>
                    <a:headEnd/>
                    <a:tailEnd/>
                  </a14:hiddenLine>
                </a:ext>
              </a:extLst>
            </p:spPr>
          </p:sp>
        </p:grpSp>
      </p:grpSp>
      <p:grpSp>
        <p:nvGrpSpPr>
          <p:cNvPr id="51" name="Group 50">
            <a:extLst>
              <a:ext uri="{FF2B5EF4-FFF2-40B4-BE49-F238E27FC236}">
                <a16:creationId xmlns:a16="http://schemas.microsoft.com/office/drawing/2014/main" id="{CA4BA62A-90C3-46AC-ABF1-DB389760F9D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
            <a:ext cx="12192003" cy="6858001"/>
            <a:chOff x="0" y="-1"/>
            <a:chExt cx="12192003" cy="6858001"/>
          </a:xfrm>
        </p:grpSpPr>
        <p:sp useBgFill="1">
          <p:nvSpPr>
            <p:cNvPr id="52" name="Rectangle 51">
              <a:extLst>
                <a:ext uri="{FF2B5EF4-FFF2-40B4-BE49-F238E27FC236}">
                  <a16:creationId xmlns:a16="http://schemas.microsoft.com/office/drawing/2014/main" id="{8308F883-1FF9-4FB4-B09D-354C5819AA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3" name="Picture 2">
              <a:extLst>
                <a:ext uri="{FF2B5EF4-FFF2-40B4-BE49-F238E27FC236}">
                  <a16:creationId xmlns:a16="http://schemas.microsoft.com/office/drawing/2014/main" id="{247AA389-59A7-40B9-9A8D-BD7594E8B6E8}"/>
                </a:ext>
                <a:ext uri="{C183D7F6-B498-43B3-948B-1728B52AA6E4}">
                  <adec:decorative xmlns:adec="http://schemas.microsoft.com/office/drawing/2017/decorative" val="1"/>
                </a:ext>
              </a:extLst>
            </p:cNvPr>
            <p:cNvPicPr>
              <a:picLocks noChangeAspect="1" noChangeArrowheads="1"/>
            </p:cNvPicPr>
            <p:nvPr>
              <p:extLst>
                <p:ext uri="{386F3935-93C4-4BCD-93E2-E3B085C9AB24}">
                  <p16:designElem xmlns:p16="http://schemas.microsoft.com/office/powerpoint/2015/main" val="1"/>
                </p:ext>
              </p:extLst>
            </p:nvPr>
          </p:nvPicPr>
          <p:blipFill>
            <a:blip r:embed="rId3">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p14="http://schemas.microsoft.com/office/powerpoint/2010/main" xmlns:a14="http://schemas.microsoft.com/office/drawing/2010/main" xmlns:a16="http://schemas.microsoft.com/office/drawing/2014/main" xmlns="">
                  <a:solidFill>
                    <a:srgbClr val="FFFFFF"/>
                  </a:solidFill>
                </a14:hiddenFill>
              </a:ext>
            </a:extLst>
          </p:spPr>
        </p:pic>
      </p:grpSp>
      <p:pic>
        <p:nvPicPr>
          <p:cNvPr id="4" name="Picture 3" descr="Blue blocks and networks technology background">
            <a:extLst>
              <a:ext uri="{FF2B5EF4-FFF2-40B4-BE49-F238E27FC236}">
                <a16:creationId xmlns:a16="http://schemas.microsoft.com/office/drawing/2014/main" id="{FD3F7352-6A80-7D64-2445-BF46FBE30874}"/>
              </a:ext>
            </a:extLst>
          </p:cNvPr>
          <p:cNvPicPr>
            <a:picLocks noChangeAspect="1"/>
          </p:cNvPicPr>
          <p:nvPr/>
        </p:nvPicPr>
        <p:blipFill rotWithShape="1">
          <a:blip r:embed="rId4"/>
          <a:srcRect l="15534" r="46445" b="-446"/>
          <a:stretch/>
        </p:blipFill>
        <p:spPr>
          <a:xfrm>
            <a:off x="-5597" y="10"/>
            <a:ext cx="4635583" cy="6857990"/>
          </a:xfrm>
          <a:prstGeom prst="rect">
            <a:avLst/>
          </a:prstGeom>
        </p:spPr>
      </p:pic>
      <p:grpSp>
        <p:nvGrpSpPr>
          <p:cNvPr id="55" name="Group 54">
            <a:extLst>
              <a:ext uri="{FF2B5EF4-FFF2-40B4-BE49-F238E27FC236}">
                <a16:creationId xmlns:a16="http://schemas.microsoft.com/office/drawing/2014/main" id="{799BB957-1ECA-4DD2-AF2D-84C4D94B6CD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2305051" cy="6858001"/>
            <a:chOff x="0" y="0"/>
            <a:chExt cx="2305051" cy="6858001"/>
          </a:xfrm>
          <a:solidFill>
            <a:schemeClr val="tx1">
              <a:alpha val="70000"/>
            </a:schemeClr>
          </a:solidFill>
          <a:effectLst/>
        </p:grpSpPr>
        <p:sp>
          <p:nvSpPr>
            <p:cNvPr id="56" name="Rectangle 55">
              <a:extLst>
                <a:ext uri="{FF2B5EF4-FFF2-40B4-BE49-F238E27FC236}">
                  <a16:creationId xmlns:a16="http://schemas.microsoft.com/office/drawing/2014/main" id="{70116985-07B6-4432-A7C6-129152D1B0D8}"/>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09675" y="4763"/>
              <a:ext cx="23813" cy="2181225"/>
            </a:xfrm>
            <a:prstGeom prst="rect">
              <a:avLst/>
            </a:pr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miter lim="800000"/>
                  <a:headEnd/>
                  <a:tailEnd/>
                </a14:hiddenLine>
              </a:ext>
            </a:extLst>
          </p:spPr>
        </p:sp>
        <p:sp>
          <p:nvSpPr>
            <p:cNvPr id="57" name="Freeform 6">
              <a:extLst>
                <a:ext uri="{FF2B5EF4-FFF2-40B4-BE49-F238E27FC236}">
                  <a16:creationId xmlns:a16="http://schemas.microsoft.com/office/drawing/2014/main" id="{3FF5C267-0D36-47E2-AF2A-8ADDA0A0C6E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58" name="Freeform 7">
              <a:extLst>
                <a:ext uri="{FF2B5EF4-FFF2-40B4-BE49-F238E27FC236}">
                  <a16:creationId xmlns:a16="http://schemas.microsoft.com/office/drawing/2014/main" id="{AC0A8A87-09EE-4153-ACBA-34BCD738F1B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59" name="Rectangle 58">
              <a:extLst>
                <a:ext uri="{FF2B5EF4-FFF2-40B4-BE49-F238E27FC236}">
                  <a16:creationId xmlns:a16="http://schemas.microsoft.com/office/drawing/2014/main" id="{E28845CA-636E-4D43-982F-60A69EBC505D}"/>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414338" y="9525"/>
              <a:ext cx="28575" cy="4481513"/>
            </a:xfrm>
            <a:prstGeom prst="rect">
              <a:avLst/>
            </a:pr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miter lim="800000"/>
                  <a:headEnd/>
                  <a:tailEnd/>
                </a14:hiddenLine>
              </a:ext>
            </a:extLst>
          </p:spPr>
        </p:sp>
        <p:sp>
          <p:nvSpPr>
            <p:cNvPr id="60" name="Freeform 9">
              <a:extLst>
                <a:ext uri="{FF2B5EF4-FFF2-40B4-BE49-F238E27FC236}">
                  <a16:creationId xmlns:a16="http://schemas.microsoft.com/office/drawing/2014/main" id="{46E2981B-3779-4C07-B094-022D36D78B7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61" name="Freeform 10">
              <a:extLst>
                <a:ext uri="{FF2B5EF4-FFF2-40B4-BE49-F238E27FC236}">
                  <a16:creationId xmlns:a16="http://schemas.microsoft.com/office/drawing/2014/main" id="{CF68AF7A-09BB-405A-97E2-54B6364247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62" name="Freeform 11">
              <a:extLst>
                <a:ext uri="{FF2B5EF4-FFF2-40B4-BE49-F238E27FC236}">
                  <a16:creationId xmlns:a16="http://schemas.microsoft.com/office/drawing/2014/main" id="{B0B046C9-B134-4B2D-A72D-EE8726713E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63" name="Freeform 12">
              <a:extLst>
                <a:ext uri="{FF2B5EF4-FFF2-40B4-BE49-F238E27FC236}">
                  <a16:creationId xmlns:a16="http://schemas.microsoft.com/office/drawing/2014/main" id="{7BDCF20A-0928-4450-A706-38EC67A436B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64" name="Freeform 13">
              <a:extLst>
                <a:ext uri="{FF2B5EF4-FFF2-40B4-BE49-F238E27FC236}">
                  <a16:creationId xmlns:a16="http://schemas.microsoft.com/office/drawing/2014/main" id="{0A9B8658-6A08-43AE-90A6-6DC58EE907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65" name="Freeform 14">
              <a:extLst>
                <a:ext uri="{FF2B5EF4-FFF2-40B4-BE49-F238E27FC236}">
                  <a16:creationId xmlns:a16="http://schemas.microsoft.com/office/drawing/2014/main" id="{0E09D33C-4BEF-4E3D-9D05-7C3E204AEC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66" name="Freeform 15">
              <a:extLst>
                <a:ext uri="{FF2B5EF4-FFF2-40B4-BE49-F238E27FC236}">
                  <a16:creationId xmlns:a16="http://schemas.microsoft.com/office/drawing/2014/main" id="{BC144127-0703-4638-BA33-F27F2746EFF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67" name="Freeform 16">
              <a:extLst>
                <a:ext uri="{FF2B5EF4-FFF2-40B4-BE49-F238E27FC236}">
                  <a16:creationId xmlns:a16="http://schemas.microsoft.com/office/drawing/2014/main" id="{34BA113B-51FC-4ACC-B554-442D6013861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68" name="Freeform 17">
              <a:extLst>
                <a:ext uri="{FF2B5EF4-FFF2-40B4-BE49-F238E27FC236}">
                  <a16:creationId xmlns:a16="http://schemas.microsoft.com/office/drawing/2014/main" id="{185614A2-022E-4370-8387-439F351082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69" name="Freeform 18">
              <a:extLst>
                <a:ext uri="{FF2B5EF4-FFF2-40B4-BE49-F238E27FC236}">
                  <a16:creationId xmlns:a16="http://schemas.microsoft.com/office/drawing/2014/main" id="{655F15B6-A731-4942-9BF5-E840422632A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70" name="Freeform 19">
              <a:extLst>
                <a:ext uri="{FF2B5EF4-FFF2-40B4-BE49-F238E27FC236}">
                  <a16:creationId xmlns:a16="http://schemas.microsoft.com/office/drawing/2014/main" id="{2637AC00-EDD0-4AB2-BB46-92261D4CFD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71" name="Freeform 20">
              <a:extLst>
                <a:ext uri="{FF2B5EF4-FFF2-40B4-BE49-F238E27FC236}">
                  <a16:creationId xmlns:a16="http://schemas.microsoft.com/office/drawing/2014/main" id="{49CA14E2-2ACD-4C73-B26C-17681580FBA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72" name="Freeform 21">
              <a:extLst>
                <a:ext uri="{FF2B5EF4-FFF2-40B4-BE49-F238E27FC236}">
                  <a16:creationId xmlns:a16="http://schemas.microsoft.com/office/drawing/2014/main" id="{7BE7C3D8-CC9A-43FB-938C-8125D25B1BE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73" name="Freeform 22">
              <a:extLst>
                <a:ext uri="{FF2B5EF4-FFF2-40B4-BE49-F238E27FC236}">
                  <a16:creationId xmlns:a16="http://schemas.microsoft.com/office/drawing/2014/main" id="{41ECB971-ADF8-48CB-A78C-166DDF6D94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74" name="Freeform 23">
              <a:extLst>
                <a:ext uri="{FF2B5EF4-FFF2-40B4-BE49-F238E27FC236}">
                  <a16:creationId xmlns:a16="http://schemas.microsoft.com/office/drawing/2014/main" id="{2B8D398E-DB17-415A-B93E-DA60EE00EF6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75" name="Freeform 24">
              <a:extLst>
                <a:ext uri="{FF2B5EF4-FFF2-40B4-BE49-F238E27FC236}">
                  <a16:creationId xmlns:a16="http://schemas.microsoft.com/office/drawing/2014/main" id="{0A2B49D3-85EC-4DEA-BBB9-0CE7A2D16ED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76" name="Freeform 25">
              <a:extLst>
                <a:ext uri="{FF2B5EF4-FFF2-40B4-BE49-F238E27FC236}">
                  <a16:creationId xmlns:a16="http://schemas.microsoft.com/office/drawing/2014/main" id="{E9F6B8E8-A133-4250-A247-BD82711918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77" name="Freeform 26">
              <a:extLst>
                <a:ext uri="{FF2B5EF4-FFF2-40B4-BE49-F238E27FC236}">
                  <a16:creationId xmlns:a16="http://schemas.microsoft.com/office/drawing/2014/main" id="{8C5D839A-A5A2-4B72-80E4-ADB4F2F4701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78" name="Freeform 27">
              <a:extLst>
                <a:ext uri="{FF2B5EF4-FFF2-40B4-BE49-F238E27FC236}">
                  <a16:creationId xmlns:a16="http://schemas.microsoft.com/office/drawing/2014/main" id="{1E66DD74-C5E3-4762-8F37-C7981591E1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79" name="Freeform 28">
              <a:extLst>
                <a:ext uri="{FF2B5EF4-FFF2-40B4-BE49-F238E27FC236}">
                  <a16:creationId xmlns:a16="http://schemas.microsoft.com/office/drawing/2014/main" id="{42CBFCFF-60D3-49AD-8F8D-634480B7ADF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80" name="Freeform 29">
              <a:extLst>
                <a:ext uri="{FF2B5EF4-FFF2-40B4-BE49-F238E27FC236}">
                  <a16:creationId xmlns:a16="http://schemas.microsoft.com/office/drawing/2014/main" id="{04E9448D-8796-4687-B7F3-B669D82849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81" name="Freeform 30">
              <a:extLst>
                <a:ext uri="{FF2B5EF4-FFF2-40B4-BE49-F238E27FC236}">
                  <a16:creationId xmlns:a16="http://schemas.microsoft.com/office/drawing/2014/main" id="{C6D7D4E7-1C3B-488A-891B-B278DE0A038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82" name="Freeform 31">
              <a:extLst>
                <a:ext uri="{FF2B5EF4-FFF2-40B4-BE49-F238E27FC236}">
                  <a16:creationId xmlns:a16="http://schemas.microsoft.com/office/drawing/2014/main" id="{9A361889-2948-4D64-8FF8-69586FC72E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83" name="Freeform 32">
              <a:extLst>
                <a:ext uri="{FF2B5EF4-FFF2-40B4-BE49-F238E27FC236}">
                  <a16:creationId xmlns:a16="http://schemas.microsoft.com/office/drawing/2014/main" id="{502D653C-475F-42DD-B57D-A91633AA70D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84" name="Rectangle 83">
              <a:extLst>
                <a:ext uri="{FF2B5EF4-FFF2-40B4-BE49-F238E27FC236}">
                  <a16:creationId xmlns:a16="http://schemas.microsoft.com/office/drawing/2014/main" id="{AE41F9AF-C366-462E-BCA3-AB9B3BB21F8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2938" y="6610350"/>
              <a:ext cx="23813" cy="242888"/>
            </a:xfrm>
            <a:prstGeom prst="rect">
              <a:avLst/>
            </a:pr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miter lim="800000"/>
                  <a:headEnd/>
                  <a:tailEnd/>
                </a14:hiddenLine>
              </a:ext>
            </a:extLst>
          </p:spPr>
        </p:sp>
        <p:sp>
          <p:nvSpPr>
            <p:cNvPr id="85" name="Freeform 34">
              <a:extLst>
                <a:ext uri="{FF2B5EF4-FFF2-40B4-BE49-F238E27FC236}">
                  <a16:creationId xmlns:a16="http://schemas.microsoft.com/office/drawing/2014/main" id="{DE7FA82A-E66F-46F3-BE37-61D6BA9EDAE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86" name="Freeform 35">
              <a:extLst>
                <a:ext uri="{FF2B5EF4-FFF2-40B4-BE49-F238E27FC236}">
                  <a16:creationId xmlns:a16="http://schemas.microsoft.com/office/drawing/2014/main" id="{10646D37-C2A3-4F20-8F6E-2D2A54B7C6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87" name="Freeform 36">
              <a:extLst>
                <a:ext uri="{FF2B5EF4-FFF2-40B4-BE49-F238E27FC236}">
                  <a16:creationId xmlns:a16="http://schemas.microsoft.com/office/drawing/2014/main" id="{F0B484D8-05F9-4BB7-97D5-FF4ED4BE2F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88" name="Freeform 37">
              <a:extLst>
                <a:ext uri="{FF2B5EF4-FFF2-40B4-BE49-F238E27FC236}">
                  <a16:creationId xmlns:a16="http://schemas.microsoft.com/office/drawing/2014/main" id="{03F14E50-F3C1-4EFB-9251-BDEF30E051F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89" name="Freeform 38">
              <a:extLst>
                <a:ext uri="{FF2B5EF4-FFF2-40B4-BE49-F238E27FC236}">
                  <a16:creationId xmlns:a16="http://schemas.microsoft.com/office/drawing/2014/main" id="{B96CF9CA-5C40-428E-B9C1-CE897046BD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90" name="Freeform 39">
              <a:extLst>
                <a:ext uri="{FF2B5EF4-FFF2-40B4-BE49-F238E27FC236}">
                  <a16:creationId xmlns:a16="http://schemas.microsoft.com/office/drawing/2014/main" id="{9C38B4E1-B1E5-4C84-AA06-E008273313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91" name="Freeform 40">
              <a:extLst>
                <a:ext uri="{FF2B5EF4-FFF2-40B4-BE49-F238E27FC236}">
                  <a16:creationId xmlns:a16="http://schemas.microsoft.com/office/drawing/2014/main" id="{05D173AA-5B2D-4244-8430-44CD01EDA1C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92" name="Freeform 41">
              <a:extLst>
                <a:ext uri="{FF2B5EF4-FFF2-40B4-BE49-F238E27FC236}">
                  <a16:creationId xmlns:a16="http://schemas.microsoft.com/office/drawing/2014/main" id="{82D98822-894A-496C-B32F-06DB6014D6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93" name="Freeform 42">
              <a:extLst>
                <a:ext uri="{FF2B5EF4-FFF2-40B4-BE49-F238E27FC236}">
                  <a16:creationId xmlns:a16="http://schemas.microsoft.com/office/drawing/2014/main" id="{1B432746-B63F-4BF0-871B-B482FFADAC4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94" name="Freeform 43">
              <a:extLst>
                <a:ext uri="{FF2B5EF4-FFF2-40B4-BE49-F238E27FC236}">
                  <a16:creationId xmlns:a16="http://schemas.microsoft.com/office/drawing/2014/main" id="{AFD61CC4-F10D-4243-8F2C-EDBEDC63B9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95" name="Freeform 44">
              <a:extLst>
                <a:ext uri="{FF2B5EF4-FFF2-40B4-BE49-F238E27FC236}">
                  <a16:creationId xmlns:a16="http://schemas.microsoft.com/office/drawing/2014/main" id="{A9D33800-5C44-4D40-A048-3A7A5D1D5B2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96" name="Rectangle 95">
              <a:extLst>
                <a:ext uri="{FF2B5EF4-FFF2-40B4-BE49-F238E27FC236}">
                  <a16:creationId xmlns:a16="http://schemas.microsoft.com/office/drawing/2014/main" id="{7B0FE60E-0643-4AB3-B009-8B857A9B2358}"/>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28725" y="4662488"/>
              <a:ext cx="23813" cy="2181225"/>
            </a:xfrm>
            <a:prstGeom prst="rect">
              <a:avLst/>
            </a:pr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miter lim="800000"/>
                  <a:headEnd/>
                  <a:tailEnd/>
                </a14:hiddenLine>
              </a:ext>
            </a:extLst>
          </p:spPr>
        </p:sp>
        <p:sp>
          <p:nvSpPr>
            <p:cNvPr id="97" name="Freeform 46">
              <a:extLst>
                <a:ext uri="{FF2B5EF4-FFF2-40B4-BE49-F238E27FC236}">
                  <a16:creationId xmlns:a16="http://schemas.microsoft.com/office/drawing/2014/main" id="{D4F681A9-E543-490E-8CD3-E87A823B69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98" name="Freeform 47">
              <a:extLst>
                <a:ext uri="{FF2B5EF4-FFF2-40B4-BE49-F238E27FC236}">
                  <a16:creationId xmlns:a16="http://schemas.microsoft.com/office/drawing/2014/main" id="{49283399-4EE4-4FD7-B3F0-F0CD376A606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99" name="Freeform 48">
              <a:extLst>
                <a:ext uri="{FF2B5EF4-FFF2-40B4-BE49-F238E27FC236}">
                  <a16:creationId xmlns:a16="http://schemas.microsoft.com/office/drawing/2014/main" id="{338C3E08-CA77-4D8D-8271-7B0D5DA54F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100" name="Freeform 49">
              <a:extLst>
                <a:ext uri="{FF2B5EF4-FFF2-40B4-BE49-F238E27FC236}">
                  <a16:creationId xmlns:a16="http://schemas.microsoft.com/office/drawing/2014/main" id="{BCEE46AD-ABD8-42D2-A88E-6C9B009BBF2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101" name="Freeform 50">
              <a:extLst>
                <a:ext uri="{FF2B5EF4-FFF2-40B4-BE49-F238E27FC236}">
                  <a16:creationId xmlns:a16="http://schemas.microsoft.com/office/drawing/2014/main" id="{76F66B20-4D5D-49D7-A33A-46749A156C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102" name="Freeform 51">
              <a:extLst>
                <a:ext uri="{FF2B5EF4-FFF2-40B4-BE49-F238E27FC236}">
                  <a16:creationId xmlns:a16="http://schemas.microsoft.com/office/drawing/2014/main" id="{3246E8BC-BF6E-4E1B-B6DE-7834CE5CA2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103" name="Freeform 52">
              <a:extLst>
                <a:ext uri="{FF2B5EF4-FFF2-40B4-BE49-F238E27FC236}">
                  <a16:creationId xmlns:a16="http://schemas.microsoft.com/office/drawing/2014/main" id="{D61636B0-9E03-4DDB-956A-57929A4DAC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104" name="Freeform 53">
              <a:extLst>
                <a:ext uri="{FF2B5EF4-FFF2-40B4-BE49-F238E27FC236}">
                  <a16:creationId xmlns:a16="http://schemas.microsoft.com/office/drawing/2014/main" id="{150D2B7B-FD5D-4108-8637-D69673762CF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105" name="Freeform 54">
              <a:extLst>
                <a:ext uri="{FF2B5EF4-FFF2-40B4-BE49-F238E27FC236}">
                  <a16:creationId xmlns:a16="http://schemas.microsoft.com/office/drawing/2014/main" id="{0A56D9FF-4177-416F-A8A5-B8C8B33CE2D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106" name="Freeform 55">
              <a:extLst>
                <a:ext uri="{FF2B5EF4-FFF2-40B4-BE49-F238E27FC236}">
                  <a16:creationId xmlns:a16="http://schemas.microsoft.com/office/drawing/2014/main" id="{E7FFBC9E-D28A-4C56-8489-77CBC051CE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107" name="Freeform 56">
              <a:extLst>
                <a:ext uri="{FF2B5EF4-FFF2-40B4-BE49-F238E27FC236}">
                  <a16:creationId xmlns:a16="http://schemas.microsoft.com/office/drawing/2014/main" id="{9D33B26A-F967-4863-AC3C-9972CD4D0AE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108" name="Freeform 57">
              <a:extLst>
                <a:ext uri="{FF2B5EF4-FFF2-40B4-BE49-F238E27FC236}">
                  <a16:creationId xmlns:a16="http://schemas.microsoft.com/office/drawing/2014/main" id="{73ECA63D-D3C2-460B-A352-58A4B0718C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109" name="Freeform 58">
              <a:extLst>
                <a:ext uri="{FF2B5EF4-FFF2-40B4-BE49-F238E27FC236}">
                  <a16:creationId xmlns:a16="http://schemas.microsoft.com/office/drawing/2014/main" id="{E6108A80-2A55-473F-8197-E21F1A2A28D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grpSp>
      <p:sp>
        <p:nvSpPr>
          <p:cNvPr id="2" name="TextBox 1">
            <a:extLst>
              <a:ext uri="{FF2B5EF4-FFF2-40B4-BE49-F238E27FC236}">
                <a16:creationId xmlns:a16="http://schemas.microsoft.com/office/drawing/2014/main" id="{4CC72C72-4828-A366-3184-CEF793E90B95}"/>
              </a:ext>
            </a:extLst>
          </p:cNvPr>
          <p:cNvSpPr txBox="1"/>
          <p:nvPr/>
        </p:nvSpPr>
        <p:spPr>
          <a:xfrm>
            <a:off x="4968958" y="247650"/>
            <a:ext cx="6994442" cy="6121401"/>
          </a:xfrm>
          <a:prstGeom prst="rect">
            <a:avLst/>
          </a:prstGeom>
        </p:spPr>
        <p:txBody>
          <a:bodyPr vert="horz" lIns="91440" tIns="45720" rIns="91440" bIns="45720" rtlCol="0">
            <a:normAutofit/>
          </a:bodyPr>
          <a:lstStyle/>
          <a:p>
            <a:pPr defTabSz="914400">
              <a:lnSpc>
                <a:spcPct val="110000"/>
              </a:lnSpc>
              <a:spcAft>
                <a:spcPts val="600"/>
              </a:spcAft>
              <a:buSzPct val="125000"/>
            </a:pPr>
            <a:r>
              <a:rPr lang="en-US" sz="3600" dirty="0">
                <a:effectLst>
                  <a:outerShdw blurRad="152400" dist="38100" dir="2700000" algn="tl">
                    <a:srgbClr val="000000">
                      <a:alpha val="36000"/>
                    </a:srgbClr>
                  </a:outerShdw>
                </a:effectLst>
              </a:rPr>
              <a:t>Task, duties, and responsibilities:</a:t>
            </a:r>
          </a:p>
          <a:p>
            <a:pPr indent="-228600" defTabSz="914400">
              <a:lnSpc>
                <a:spcPct val="110000"/>
              </a:lnSpc>
              <a:spcAft>
                <a:spcPts val="600"/>
              </a:spcAft>
              <a:buSzPct val="125000"/>
              <a:buFont typeface="Arial" panose="020B0604020202020204" pitchFamily="34" charset="0"/>
              <a:buChar char="•"/>
            </a:pPr>
            <a:endParaRPr lang="en-US" sz="1300" dirty="0">
              <a:effectLst>
                <a:outerShdw blurRad="152400" dist="38100" dir="2700000" algn="tl">
                  <a:srgbClr val="000000">
                    <a:alpha val="36000"/>
                  </a:srgbClr>
                </a:outerShdw>
              </a:effectLst>
            </a:endParaRPr>
          </a:p>
          <a:p>
            <a:pPr indent="-228600" defTabSz="914400">
              <a:lnSpc>
                <a:spcPct val="110000"/>
              </a:lnSpc>
              <a:spcAft>
                <a:spcPts val="600"/>
              </a:spcAft>
              <a:buSzPct val="125000"/>
              <a:buFont typeface="Arial" panose="020B0604020202020204" pitchFamily="34" charset="0"/>
              <a:buChar char="•"/>
            </a:pPr>
            <a:r>
              <a:rPr lang="en-US" sz="2000" b="0" i="0" dirty="0">
                <a:effectLst>
                  <a:outerShdw blurRad="152400" dist="38100" dir="2700000" algn="tl">
                    <a:srgbClr val="000000">
                      <a:alpha val="36000"/>
                    </a:srgbClr>
                  </a:outerShdw>
                </a:effectLst>
              </a:rPr>
              <a:t>Planning, implementing, managing, monitoring, and upgrading security measures for the protection of the organization’s data, systems, and networks</a:t>
            </a:r>
          </a:p>
          <a:p>
            <a:pPr indent="-228600" defTabSz="914400">
              <a:lnSpc>
                <a:spcPct val="110000"/>
              </a:lnSpc>
              <a:spcAft>
                <a:spcPts val="600"/>
              </a:spcAft>
              <a:buSzPct val="125000"/>
              <a:buFont typeface="Arial" panose="020B0604020202020204" pitchFamily="34" charset="0"/>
              <a:buChar char="•"/>
            </a:pPr>
            <a:r>
              <a:rPr lang="en-US" sz="2000" b="0" i="0" dirty="0">
                <a:effectLst>
                  <a:outerShdw blurRad="152400" dist="38100" dir="2700000" algn="tl">
                    <a:srgbClr val="000000">
                      <a:alpha val="36000"/>
                    </a:srgbClr>
                  </a:outerShdw>
                </a:effectLst>
              </a:rPr>
              <a:t>Troubleshooting security and network problems</a:t>
            </a:r>
          </a:p>
          <a:p>
            <a:pPr indent="-228600" defTabSz="914400">
              <a:lnSpc>
                <a:spcPct val="110000"/>
              </a:lnSpc>
              <a:spcAft>
                <a:spcPts val="600"/>
              </a:spcAft>
              <a:buSzPct val="125000"/>
              <a:buFont typeface="Arial" panose="020B0604020202020204" pitchFamily="34" charset="0"/>
              <a:buChar char="•"/>
            </a:pPr>
            <a:r>
              <a:rPr lang="en-US" sz="2000" b="0" i="0" dirty="0">
                <a:effectLst>
                  <a:outerShdw blurRad="152400" dist="38100" dir="2700000" algn="tl">
                    <a:srgbClr val="000000">
                      <a:alpha val="36000"/>
                    </a:srgbClr>
                  </a:outerShdw>
                </a:effectLst>
              </a:rPr>
              <a:t>Responding to all system and/or network security breaches</a:t>
            </a:r>
          </a:p>
          <a:p>
            <a:pPr indent="-228600" defTabSz="914400">
              <a:lnSpc>
                <a:spcPct val="110000"/>
              </a:lnSpc>
              <a:spcAft>
                <a:spcPts val="600"/>
              </a:spcAft>
              <a:buSzPct val="125000"/>
              <a:buFont typeface="Arial" panose="020B0604020202020204" pitchFamily="34" charset="0"/>
              <a:buChar char="•"/>
            </a:pPr>
            <a:r>
              <a:rPr lang="en-US" sz="2000" b="0" i="0" dirty="0">
                <a:effectLst>
                  <a:outerShdw blurRad="152400" dist="38100" dir="2700000" algn="tl">
                    <a:srgbClr val="000000">
                      <a:alpha val="36000"/>
                    </a:srgbClr>
                  </a:outerShdw>
                </a:effectLst>
              </a:rPr>
              <a:t>Ensuring that the organization’s data and infrastructure are protected by enabling the appropriate security controls</a:t>
            </a:r>
          </a:p>
          <a:p>
            <a:pPr indent="-228600" defTabSz="914400">
              <a:lnSpc>
                <a:spcPct val="110000"/>
              </a:lnSpc>
              <a:spcAft>
                <a:spcPts val="600"/>
              </a:spcAft>
              <a:buSzPct val="125000"/>
              <a:buFont typeface="Arial" panose="020B0604020202020204" pitchFamily="34" charset="0"/>
              <a:buChar char="•"/>
            </a:pPr>
            <a:r>
              <a:rPr lang="en-US" sz="2000" b="0" i="0" dirty="0">
                <a:effectLst>
                  <a:outerShdw blurRad="152400" dist="38100" dir="2700000" algn="tl">
                    <a:srgbClr val="000000">
                      <a:alpha val="36000"/>
                    </a:srgbClr>
                  </a:outerShdw>
                </a:effectLst>
              </a:rPr>
              <a:t>Participating in the change management process</a:t>
            </a:r>
          </a:p>
          <a:p>
            <a:pPr indent="-228600" defTabSz="914400">
              <a:lnSpc>
                <a:spcPct val="110000"/>
              </a:lnSpc>
              <a:spcAft>
                <a:spcPts val="600"/>
              </a:spcAft>
              <a:buSzPct val="125000"/>
              <a:buFont typeface="Arial" panose="020B0604020202020204" pitchFamily="34" charset="0"/>
              <a:buChar char="•"/>
            </a:pPr>
            <a:r>
              <a:rPr lang="en-US" sz="2000" b="0" i="0" dirty="0">
                <a:effectLst>
                  <a:outerShdw blurRad="152400" dist="38100" dir="2700000" algn="tl">
                    <a:srgbClr val="000000">
                      <a:alpha val="36000"/>
                    </a:srgbClr>
                  </a:outerShdw>
                </a:effectLst>
              </a:rPr>
              <a:t>Testing and identifying network and system vulnerabilities</a:t>
            </a:r>
          </a:p>
          <a:p>
            <a:pPr indent="-228600" defTabSz="914400">
              <a:lnSpc>
                <a:spcPct val="110000"/>
              </a:lnSpc>
              <a:spcAft>
                <a:spcPts val="600"/>
              </a:spcAft>
              <a:buSzPct val="125000"/>
              <a:buFont typeface="Arial" panose="020B0604020202020204" pitchFamily="34" charset="0"/>
              <a:buChar char="•"/>
            </a:pPr>
            <a:r>
              <a:rPr lang="en-US" sz="2000" b="0" i="0" dirty="0">
                <a:effectLst>
                  <a:outerShdw blurRad="152400" dist="38100" dir="2700000" algn="tl">
                    <a:srgbClr val="000000">
                      <a:alpha val="36000"/>
                    </a:srgbClr>
                  </a:outerShdw>
                </a:effectLst>
              </a:rPr>
              <a:t>Daily administrative tasks, reporting, and communication with the relevant departments in the organization</a:t>
            </a:r>
          </a:p>
          <a:p>
            <a:pPr indent="-228600" defTabSz="914400">
              <a:lnSpc>
                <a:spcPct val="110000"/>
              </a:lnSpc>
              <a:spcAft>
                <a:spcPts val="600"/>
              </a:spcAft>
              <a:buSzPct val="125000"/>
              <a:buFont typeface="Arial" panose="020B0604020202020204" pitchFamily="34" charset="0"/>
              <a:buChar char="•"/>
            </a:pPr>
            <a:endParaRPr lang="en-US" sz="1300" dirty="0">
              <a:effectLst>
                <a:outerShdw blurRad="152400" dist="38100" dir="2700000" algn="tl">
                  <a:srgbClr val="000000">
                    <a:alpha val="36000"/>
                  </a:srgbClr>
                </a:outerShdw>
              </a:effectLst>
            </a:endParaRPr>
          </a:p>
        </p:txBody>
      </p:sp>
    </p:spTree>
    <p:extLst>
      <p:ext uri="{BB962C8B-B14F-4D97-AF65-F5344CB8AC3E}">
        <p14:creationId xmlns:p14="http://schemas.microsoft.com/office/powerpoint/2010/main" val="7997115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pic>
        <p:nvPicPr>
          <p:cNvPr id="60" name="Picture 2">
            <a:extLst>
              <a:ext uri="{FF2B5EF4-FFF2-40B4-BE49-F238E27FC236}">
                <a16:creationId xmlns:a16="http://schemas.microsoft.com/office/drawing/2014/main" id="{9FBB3149-8289-4060-BB01-ED3047C5314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3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a14="http://schemas.microsoft.com/office/drawing/2010/main" xmlns:a16="http://schemas.microsoft.com/office/drawing/2014/main" xmlns="">
                <a:solidFill>
                  <a:srgbClr val="FFFFFF"/>
                </a:solidFill>
              </a14:hiddenFill>
            </a:ext>
          </a:extLst>
        </p:spPr>
      </p:pic>
      <p:grpSp>
        <p:nvGrpSpPr>
          <p:cNvPr id="66" name="Group 9">
            <a:extLst>
              <a:ext uri="{FF2B5EF4-FFF2-40B4-BE49-F238E27FC236}">
                <a16:creationId xmlns:a16="http://schemas.microsoft.com/office/drawing/2014/main" id="{3BAEF7DA-43C4-4736-B5A3-B48E6125AB2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053888" cy="6858001"/>
            <a:chOff x="-14288" y="0"/>
            <a:chExt cx="12053888" cy="6858001"/>
          </a:xfrm>
        </p:grpSpPr>
        <p:grpSp>
          <p:nvGrpSpPr>
            <p:cNvPr id="11" name="Group 10">
              <a:extLst>
                <a:ext uri="{FF2B5EF4-FFF2-40B4-BE49-F238E27FC236}">
                  <a16:creationId xmlns:a16="http://schemas.microsoft.com/office/drawing/2014/main" id="{A909436B-313B-4D27-BD55-E8303EF45102}"/>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3" name="Rectangle 5">
                <a:extLst>
                  <a:ext uri="{FF2B5EF4-FFF2-40B4-BE49-F238E27FC236}">
                    <a16:creationId xmlns:a16="http://schemas.microsoft.com/office/drawing/2014/main" id="{758BC0E2-32D9-41ED-907C-DA3C4A698EF0}"/>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a14="http://schemas.microsoft.com/office/drawing/2010/main" xmlns:a16="http://schemas.microsoft.com/office/drawing/2014/main" xmlns="" w="9525">
                    <a:solidFill>
                      <a:srgbClr val="000000"/>
                    </a:solidFill>
                    <a:miter lim="800000"/>
                    <a:headEnd/>
                    <a:tailEnd/>
                  </a14:hiddenLine>
                </a:ext>
              </a:extLst>
            </p:spPr>
          </p:sp>
          <p:sp>
            <p:nvSpPr>
              <p:cNvPr id="24" name="Freeform 6">
                <a:extLst>
                  <a:ext uri="{FF2B5EF4-FFF2-40B4-BE49-F238E27FC236}">
                    <a16:creationId xmlns:a16="http://schemas.microsoft.com/office/drawing/2014/main" id="{41E486E5-1757-4896-A762-4D0BE33091A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sp>
          <p:sp>
            <p:nvSpPr>
              <p:cNvPr id="25" name="Freeform 7">
                <a:extLst>
                  <a:ext uri="{FF2B5EF4-FFF2-40B4-BE49-F238E27FC236}">
                    <a16:creationId xmlns:a16="http://schemas.microsoft.com/office/drawing/2014/main" id="{5812B4BD-11B4-43E6-B3D0-1F424A9FD8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sp>
          <p:sp>
            <p:nvSpPr>
              <p:cNvPr id="26" name="Freeform 8">
                <a:extLst>
                  <a:ext uri="{FF2B5EF4-FFF2-40B4-BE49-F238E27FC236}">
                    <a16:creationId xmlns:a16="http://schemas.microsoft.com/office/drawing/2014/main" id="{6A0E1D38-C2A3-42C9-920D-F40319CE16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sp>
          <p:sp>
            <p:nvSpPr>
              <p:cNvPr id="27" name="Freeform 9">
                <a:extLst>
                  <a:ext uri="{FF2B5EF4-FFF2-40B4-BE49-F238E27FC236}">
                    <a16:creationId xmlns:a16="http://schemas.microsoft.com/office/drawing/2014/main" id="{3FAF6AF3-9B01-4BEB-BB6B-08B3485119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sp>
          <p:sp>
            <p:nvSpPr>
              <p:cNvPr id="28" name="Freeform 10">
                <a:extLst>
                  <a:ext uri="{FF2B5EF4-FFF2-40B4-BE49-F238E27FC236}">
                    <a16:creationId xmlns:a16="http://schemas.microsoft.com/office/drawing/2014/main" id="{53F7FADA-61E9-4AAB-BED8-D6FD1BB545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sp>
          <p:sp>
            <p:nvSpPr>
              <p:cNvPr id="29" name="Freeform 11">
                <a:extLst>
                  <a:ext uri="{FF2B5EF4-FFF2-40B4-BE49-F238E27FC236}">
                    <a16:creationId xmlns:a16="http://schemas.microsoft.com/office/drawing/2014/main" id="{46419F9F-3EEC-45FF-98BB-4F20D5347E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sp>
          <p:sp>
            <p:nvSpPr>
              <p:cNvPr id="30" name="Freeform 12">
                <a:extLst>
                  <a:ext uri="{FF2B5EF4-FFF2-40B4-BE49-F238E27FC236}">
                    <a16:creationId xmlns:a16="http://schemas.microsoft.com/office/drawing/2014/main" id="{1E081BCD-31AF-4E94-966D-497357D221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sp>
          <p:sp>
            <p:nvSpPr>
              <p:cNvPr id="31" name="Freeform 13">
                <a:extLst>
                  <a:ext uri="{FF2B5EF4-FFF2-40B4-BE49-F238E27FC236}">
                    <a16:creationId xmlns:a16="http://schemas.microsoft.com/office/drawing/2014/main" id="{5082EAA7-B95F-462F-8307-2C9EC1C35A7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sp>
          <p:sp>
            <p:nvSpPr>
              <p:cNvPr id="32" name="Freeform 14">
                <a:extLst>
                  <a:ext uri="{FF2B5EF4-FFF2-40B4-BE49-F238E27FC236}">
                    <a16:creationId xmlns:a16="http://schemas.microsoft.com/office/drawing/2014/main" id="{E9A57125-4B73-448E-B7B7-94380A928D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sp>
          <p:sp>
            <p:nvSpPr>
              <p:cNvPr id="33" name="Freeform 15">
                <a:extLst>
                  <a:ext uri="{FF2B5EF4-FFF2-40B4-BE49-F238E27FC236}">
                    <a16:creationId xmlns:a16="http://schemas.microsoft.com/office/drawing/2014/main" id="{7290E834-81F0-42A1-B66B-33D4580573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sp>
          <p:sp>
            <p:nvSpPr>
              <p:cNvPr id="34" name="Line 16">
                <a:extLst>
                  <a:ext uri="{FF2B5EF4-FFF2-40B4-BE49-F238E27FC236}">
                    <a16:creationId xmlns:a16="http://schemas.microsoft.com/office/drawing/2014/main" id="{C9FA5563-6ED2-4EAC-A8ED-DF71850ACD99}"/>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sp>
          <p:sp>
            <p:nvSpPr>
              <p:cNvPr id="35" name="Freeform 17">
                <a:extLst>
                  <a:ext uri="{FF2B5EF4-FFF2-40B4-BE49-F238E27FC236}">
                    <a16:creationId xmlns:a16="http://schemas.microsoft.com/office/drawing/2014/main" id="{50479572-5CA3-41F4-8BDC-F039335C2C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sp>
          <p:sp>
            <p:nvSpPr>
              <p:cNvPr id="36" name="Freeform 18">
                <a:extLst>
                  <a:ext uri="{FF2B5EF4-FFF2-40B4-BE49-F238E27FC236}">
                    <a16:creationId xmlns:a16="http://schemas.microsoft.com/office/drawing/2014/main" id="{4156CB6F-DF65-4A51-A840-7A4177BDF6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sp>
          <p:sp>
            <p:nvSpPr>
              <p:cNvPr id="37" name="Freeform 19">
                <a:extLst>
                  <a:ext uri="{FF2B5EF4-FFF2-40B4-BE49-F238E27FC236}">
                    <a16:creationId xmlns:a16="http://schemas.microsoft.com/office/drawing/2014/main" id="{9252974F-88C0-4CAA-A42D-E94E2B7A6D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sp>
          <p:sp>
            <p:nvSpPr>
              <p:cNvPr id="38" name="Freeform 20">
                <a:extLst>
                  <a:ext uri="{FF2B5EF4-FFF2-40B4-BE49-F238E27FC236}">
                    <a16:creationId xmlns:a16="http://schemas.microsoft.com/office/drawing/2014/main" id="{DE3974B2-2875-4AFE-A30A-6EE823E5799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sp>
          <p:sp>
            <p:nvSpPr>
              <p:cNvPr id="39" name="Rectangle 21">
                <a:extLst>
                  <a:ext uri="{FF2B5EF4-FFF2-40B4-BE49-F238E27FC236}">
                    <a16:creationId xmlns:a16="http://schemas.microsoft.com/office/drawing/2014/main" id="{948A52FE-E1B0-4297-BBBE-C860B4E3D3F3}"/>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a14="http://schemas.microsoft.com/office/drawing/2010/main" xmlns:a16="http://schemas.microsoft.com/office/drawing/2014/main" xmlns="" w="9525">
                    <a:solidFill>
                      <a:srgbClr val="000000"/>
                    </a:solidFill>
                    <a:miter lim="800000"/>
                    <a:headEnd/>
                    <a:tailEnd/>
                  </a14:hiddenLine>
                </a:ext>
              </a:extLst>
            </p:spPr>
          </p:sp>
          <p:sp>
            <p:nvSpPr>
              <p:cNvPr id="40" name="Freeform 22">
                <a:extLst>
                  <a:ext uri="{FF2B5EF4-FFF2-40B4-BE49-F238E27FC236}">
                    <a16:creationId xmlns:a16="http://schemas.microsoft.com/office/drawing/2014/main" id="{C6E71B5D-6B02-417C-A0CF-4447C55F27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sp>
          <p:sp>
            <p:nvSpPr>
              <p:cNvPr id="41" name="Freeform 23">
                <a:extLst>
                  <a:ext uri="{FF2B5EF4-FFF2-40B4-BE49-F238E27FC236}">
                    <a16:creationId xmlns:a16="http://schemas.microsoft.com/office/drawing/2014/main" id="{0FB94710-B373-451B-84A2-947DDB4564E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sp>
          <p:sp>
            <p:nvSpPr>
              <p:cNvPr id="42" name="Freeform 24">
                <a:extLst>
                  <a:ext uri="{FF2B5EF4-FFF2-40B4-BE49-F238E27FC236}">
                    <a16:creationId xmlns:a16="http://schemas.microsoft.com/office/drawing/2014/main" id="{4E47778B-FD55-4A2C-A53F-E548158C89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sp>
          <p:sp>
            <p:nvSpPr>
              <p:cNvPr id="43" name="Freeform 25">
                <a:extLst>
                  <a:ext uri="{FF2B5EF4-FFF2-40B4-BE49-F238E27FC236}">
                    <a16:creationId xmlns:a16="http://schemas.microsoft.com/office/drawing/2014/main" id="{DA2A4F49-8FC4-4F12-8707-A6CC117E588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sp>
          <p:sp>
            <p:nvSpPr>
              <p:cNvPr id="44" name="Freeform 26">
                <a:extLst>
                  <a:ext uri="{FF2B5EF4-FFF2-40B4-BE49-F238E27FC236}">
                    <a16:creationId xmlns:a16="http://schemas.microsoft.com/office/drawing/2014/main" id="{2293D140-51FA-484D-8464-785D8FD3DD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sp>
          <p:sp>
            <p:nvSpPr>
              <p:cNvPr id="45" name="Freeform 27">
                <a:extLst>
                  <a:ext uri="{FF2B5EF4-FFF2-40B4-BE49-F238E27FC236}">
                    <a16:creationId xmlns:a16="http://schemas.microsoft.com/office/drawing/2014/main" id="{AA66B21A-3C7F-426E-9C38-C0D6AEF130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sp>
          <p:sp>
            <p:nvSpPr>
              <p:cNvPr id="46" name="Freeform 28">
                <a:extLst>
                  <a:ext uri="{FF2B5EF4-FFF2-40B4-BE49-F238E27FC236}">
                    <a16:creationId xmlns:a16="http://schemas.microsoft.com/office/drawing/2014/main" id="{F22F8B0E-04B8-4D29-9E19-CACDAE6ABD0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sp>
          <p:sp>
            <p:nvSpPr>
              <p:cNvPr id="47" name="Freeform 29">
                <a:extLst>
                  <a:ext uri="{FF2B5EF4-FFF2-40B4-BE49-F238E27FC236}">
                    <a16:creationId xmlns:a16="http://schemas.microsoft.com/office/drawing/2014/main" id="{E0D8C2CC-1759-4605-B3C9-DA4B1EF2509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sp>
          <p:sp>
            <p:nvSpPr>
              <p:cNvPr id="48" name="Freeform 30">
                <a:extLst>
                  <a:ext uri="{FF2B5EF4-FFF2-40B4-BE49-F238E27FC236}">
                    <a16:creationId xmlns:a16="http://schemas.microsoft.com/office/drawing/2014/main" id="{547A4BC3-AA95-4A78-AC23-65A4CE843B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sp>
          <p:sp>
            <p:nvSpPr>
              <p:cNvPr id="49" name="Freeform 31">
                <a:extLst>
                  <a:ext uri="{FF2B5EF4-FFF2-40B4-BE49-F238E27FC236}">
                    <a16:creationId xmlns:a16="http://schemas.microsoft.com/office/drawing/2014/main" id="{93059BC9-C7C3-41F9-8BBA-7BF49FF602B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sp>
        </p:grpSp>
        <p:grpSp>
          <p:nvGrpSpPr>
            <p:cNvPr id="12" name="Group 11">
              <a:extLst>
                <a:ext uri="{FF2B5EF4-FFF2-40B4-BE49-F238E27FC236}">
                  <a16:creationId xmlns:a16="http://schemas.microsoft.com/office/drawing/2014/main" id="{F335FE01-8192-4D2A-93F8-2F680F728C8C}"/>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3" name="Freeform 32">
                <a:extLst>
                  <a:ext uri="{FF2B5EF4-FFF2-40B4-BE49-F238E27FC236}">
                    <a16:creationId xmlns:a16="http://schemas.microsoft.com/office/drawing/2014/main" id="{A150A82A-9896-4D5B-BAA5-0A7ECD078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sp>
          <p:sp>
            <p:nvSpPr>
              <p:cNvPr id="14" name="Freeform 33">
                <a:extLst>
                  <a:ext uri="{FF2B5EF4-FFF2-40B4-BE49-F238E27FC236}">
                    <a16:creationId xmlns:a16="http://schemas.microsoft.com/office/drawing/2014/main" id="{82641EF7-9CDB-40BE-A964-13F866165C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sp>
          <p:sp>
            <p:nvSpPr>
              <p:cNvPr id="15" name="Freeform 34">
                <a:extLst>
                  <a:ext uri="{FF2B5EF4-FFF2-40B4-BE49-F238E27FC236}">
                    <a16:creationId xmlns:a16="http://schemas.microsoft.com/office/drawing/2014/main" id="{A1D1CF16-B5BD-4021-9BA9-637569FC801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sp>
          <p:sp>
            <p:nvSpPr>
              <p:cNvPr id="16" name="Freeform 35">
                <a:extLst>
                  <a:ext uri="{FF2B5EF4-FFF2-40B4-BE49-F238E27FC236}">
                    <a16:creationId xmlns:a16="http://schemas.microsoft.com/office/drawing/2014/main" id="{FF13F72C-CC27-48A0-AC55-686AB9153E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sp>
          <p:sp>
            <p:nvSpPr>
              <p:cNvPr id="17" name="Freeform 36">
                <a:extLst>
                  <a:ext uri="{FF2B5EF4-FFF2-40B4-BE49-F238E27FC236}">
                    <a16:creationId xmlns:a16="http://schemas.microsoft.com/office/drawing/2014/main" id="{0EC3BA8B-33ED-483D-935C-170AD0C4DCF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sp>
          <p:sp>
            <p:nvSpPr>
              <p:cNvPr id="18" name="Freeform 37">
                <a:extLst>
                  <a:ext uri="{FF2B5EF4-FFF2-40B4-BE49-F238E27FC236}">
                    <a16:creationId xmlns:a16="http://schemas.microsoft.com/office/drawing/2014/main" id="{C4C451E6-48CE-4642-B51D-FE44840872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sp>
          <p:sp>
            <p:nvSpPr>
              <p:cNvPr id="19" name="Freeform 38">
                <a:extLst>
                  <a:ext uri="{FF2B5EF4-FFF2-40B4-BE49-F238E27FC236}">
                    <a16:creationId xmlns:a16="http://schemas.microsoft.com/office/drawing/2014/main" id="{0F88F098-E44C-4A45-AE2B-595A7B85275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sp>
          <p:sp>
            <p:nvSpPr>
              <p:cNvPr id="20" name="Freeform 39">
                <a:extLst>
                  <a:ext uri="{FF2B5EF4-FFF2-40B4-BE49-F238E27FC236}">
                    <a16:creationId xmlns:a16="http://schemas.microsoft.com/office/drawing/2014/main" id="{5B782B5D-8B67-4CD5-A0B3-8067BBB328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sp>
          <p:sp>
            <p:nvSpPr>
              <p:cNvPr id="21" name="Freeform 40">
                <a:extLst>
                  <a:ext uri="{FF2B5EF4-FFF2-40B4-BE49-F238E27FC236}">
                    <a16:creationId xmlns:a16="http://schemas.microsoft.com/office/drawing/2014/main" id="{897A4906-0942-4CD6-840D-0915E0C4D09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sp>
          <p:sp>
            <p:nvSpPr>
              <p:cNvPr id="22" name="Rectangle 41">
                <a:extLst>
                  <a:ext uri="{FF2B5EF4-FFF2-40B4-BE49-F238E27FC236}">
                    <a16:creationId xmlns:a16="http://schemas.microsoft.com/office/drawing/2014/main" id="{D1131789-2DD5-462E-9FC9-E25021F5CFB3}"/>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a14="http://schemas.microsoft.com/office/drawing/2010/main" xmlns:a16="http://schemas.microsoft.com/office/drawing/2014/main" xmlns="" w="9525">
                    <a:solidFill>
                      <a:srgbClr val="000000"/>
                    </a:solidFill>
                    <a:miter lim="800000"/>
                    <a:headEnd/>
                    <a:tailEnd/>
                  </a14:hiddenLine>
                </a:ext>
              </a:extLst>
            </p:spPr>
          </p:sp>
        </p:grpSp>
      </p:grpSp>
      <p:sp useBgFill="1">
        <p:nvSpPr>
          <p:cNvPr id="72" name="Rectangle 50">
            <a:extLst>
              <a:ext uri="{FF2B5EF4-FFF2-40B4-BE49-F238E27FC236}">
                <a16:creationId xmlns:a16="http://schemas.microsoft.com/office/drawing/2014/main" id="{CC892AB0-7D6D-4FC9-9105-0CB4271618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0" name="Group 52">
            <a:extLst>
              <a:ext uri="{FF2B5EF4-FFF2-40B4-BE49-F238E27FC236}">
                <a16:creationId xmlns:a16="http://schemas.microsoft.com/office/drawing/2014/main" id="{807353E4-FA19-40CB-8AF8-3A8E6704BE0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72533" y="0"/>
            <a:ext cx="598488" cy="1981201"/>
            <a:chOff x="194733" y="0"/>
            <a:chExt cx="598488" cy="1981201"/>
          </a:xfrm>
        </p:grpSpPr>
        <p:sp>
          <p:nvSpPr>
            <p:cNvPr id="54" name="Freeform 35">
              <a:extLst>
                <a:ext uri="{FF2B5EF4-FFF2-40B4-BE49-F238E27FC236}">
                  <a16:creationId xmlns:a16="http://schemas.microsoft.com/office/drawing/2014/main" id="{697D009D-8E70-460A-BE57-321BB07641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285221" y="0"/>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80000"/>
              </a:schemeClr>
            </a:solidFill>
            <a:ln>
              <a:noFill/>
            </a:ln>
          </p:spPr>
        </p:sp>
        <p:sp>
          <p:nvSpPr>
            <p:cNvPr id="82" name="Freeform 36">
              <a:extLst>
                <a:ext uri="{FF2B5EF4-FFF2-40B4-BE49-F238E27FC236}">
                  <a16:creationId xmlns:a16="http://schemas.microsoft.com/office/drawing/2014/main" id="{D0001F35-F282-403E-8D08-0D204D851F7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526521" y="1141413"/>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80000"/>
              </a:schemeClr>
            </a:solidFill>
            <a:ln>
              <a:noFill/>
            </a:ln>
          </p:spPr>
        </p:sp>
        <p:sp>
          <p:nvSpPr>
            <p:cNvPr id="56" name="Freeform 38">
              <a:extLst>
                <a:ext uri="{FF2B5EF4-FFF2-40B4-BE49-F238E27FC236}">
                  <a16:creationId xmlns:a16="http://schemas.microsoft.com/office/drawing/2014/main" id="{3F8A69A2-2D15-40CD-8C14-A18643ABA57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389996" y="1792288"/>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sp>
        <p:sp>
          <p:nvSpPr>
            <p:cNvPr id="57" name="Freeform 39">
              <a:extLst>
                <a:ext uri="{FF2B5EF4-FFF2-40B4-BE49-F238E27FC236}">
                  <a16:creationId xmlns:a16="http://schemas.microsoft.com/office/drawing/2014/main" id="{B665CA2A-9D55-4786-9343-EB46672627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194733" y="0"/>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80000"/>
              </a:schemeClr>
            </a:solidFill>
            <a:ln>
              <a:noFill/>
            </a:ln>
          </p:spPr>
        </p:sp>
        <p:sp>
          <p:nvSpPr>
            <p:cNvPr id="58" name="Freeform 40">
              <a:extLst>
                <a:ext uri="{FF2B5EF4-FFF2-40B4-BE49-F238E27FC236}">
                  <a16:creationId xmlns:a16="http://schemas.microsoft.com/office/drawing/2014/main" id="{CEE9BD85-96DF-4CDF-BC0F-C4E46062B3A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602721" y="24288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80000"/>
              </a:schemeClr>
            </a:solidFill>
            <a:ln>
              <a:noFill/>
            </a:ln>
          </p:spPr>
        </p:sp>
        <p:sp>
          <p:nvSpPr>
            <p:cNvPr id="59" name="Rectangle 41">
              <a:extLst>
                <a:ext uri="{FF2B5EF4-FFF2-40B4-BE49-F238E27FC236}">
                  <a16:creationId xmlns:a16="http://schemas.microsoft.com/office/drawing/2014/main" id="{6BB6F5E5-6CA3-4B20-86A7-1174D6E71FBD}"/>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flipV="1">
              <a:off x="693208" y="0"/>
              <a:ext cx="23813" cy="252413"/>
            </a:xfrm>
            <a:prstGeom prst="rect">
              <a:avLst/>
            </a:prstGeom>
            <a:solidFill>
              <a:schemeClr val="tx2">
                <a:alpha val="80000"/>
              </a:schemeClr>
            </a:solidFill>
            <a:ln>
              <a:noFill/>
            </a:ln>
          </p:spPr>
        </p:sp>
      </p:grpSp>
      <p:grpSp>
        <p:nvGrpSpPr>
          <p:cNvPr id="61" name="Group 60">
            <a:extLst>
              <a:ext uri="{FF2B5EF4-FFF2-40B4-BE49-F238E27FC236}">
                <a16:creationId xmlns:a16="http://schemas.microsoft.com/office/drawing/2014/main" id="{0328E69E-CE3D-4110-8BF7-AD3C0C10CB1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085512" y="0"/>
            <a:ext cx="650875" cy="1730375"/>
            <a:chOff x="11347978" y="0"/>
            <a:chExt cx="650875" cy="1730375"/>
          </a:xfrm>
        </p:grpSpPr>
        <p:sp>
          <p:nvSpPr>
            <p:cNvPr id="62" name="Freeform 32">
              <a:extLst>
                <a:ext uri="{FF2B5EF4-FFF2-40B4-BE49-F238E27FC236}">
                  <a16:creationId xmlns:a16="http://schemas.microsoft.com/office/drawing/2014/main" id="{30F84C80-9E12-4460-B88F-D03839F0C8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67041"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80000"/>
              </a:schemeClr>
            </a:solidFill>
            <a:ln>
              <a:noFill/>
            </a:ln>
          </p:spPr>
        </p:sp>
        <p:sp>
          <p:nvSpPr>
            <p:cNvPr id="63" name="Freeform 33">
              <a:extLst>
                <a:ext uri="{FF2B5EF4-FFF2-40B4-BE49-F238E27FC236}">
                  <a16:creationId xmlns:a16="http://schemas.microsoft.com/office/drawing/2014/main" id="{2F84C18C-5783-48FF-9DE0-FDA327CFC4F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47978"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80000"/>
              </a:schemeClr>
            </a:solidFill>
            <a:ln>
              <a:noFill/>
            </a:ln>
          </p:spPr>
        </p:sp>
        <p:sp>
          <p:nvSpPr>
            <p:cNvPr id="64" name="Freeform 34">
              <a:extLst>
                <a:ext uri="{FF2B5EF4-FFF2-40B4-BE49-F238E27FC236}">
                  <a16:creationId xmlns:a16="http://schemas.microsoft.com/office/drawing/2014/main" id="{08C6A855-346C-4589-9AD4-5E15BCBC7A2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14678"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sp>
        <p:sp>
          <p:nvSpPr>
            <p:cNvPr id="65" name="Freeform 37">
              <a:extLst>
                <a:ext uri="{FF2B5EF4-FFF2-40B4-BE49-F238E27FC236}">
                  <a16:creationId xmlns:a16="http://schemas.microsoft.com/office/drawing/2014/main" id="{7E64BEE6-1157-421C-A02A-47639E4D9F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694053"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80000"/>
              </a:schemeClr>
            </a:solidFill>
            <a:ln>
              <a:noFill/>
            </a:ln>
          </p:spPr>
        </p:sp>
      </p:grpSp>
      <p:grpSp>
        <p:nvGrpSpPr>
          <p:cNvPr id="67" name="Group 66">
            <a:extLst>
              <a:ext uri="{FF2B5EF4-FFF2-40B4-BE49-F238E27FC236}">
                <a16:creationId xmlns:a16="http://schemas.microsoft.com/office/drawing/2014/main" id="{F64806C9-3599-45A7-BCFF-F762C54276F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440267" y="5118101"/>
            <a:ext cx="650875" cy="1730375"/>
            <a:chOff x="118533" y="5118101"/>
            <a:chExt cx="650875" cy="1730375"/>
          </a:xfrm>
        </p:grpSpPr>
        <p:sp>
          <p:nvSpPr>
            <p:cNvPr id="68" name="Freeform 32">
              <a:extLst>
                <a:ext uri="{FF2B5EF4-FFF2-40B4-BE49-F238E27FC236}">
                  <a16:creationId xmlns:a16="http://schemas.microsoft.com/office/drawing/2014/main" id="{41D6E755-9558-4CAA-8F56-469D231C35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237596" y="6335713"/>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80000"/>
              </a:schemeClr>
            </a:solidFill>
            <a:ln>
              <a:noFill/>
            </a:ln>
          </p:spPr>
        </p:sp>
        <p:sp>
          <p:nvSpPr>
            <p:cNvPr id="69" name="Freeform 33">
              <a:extLst>
                <a:ext uri="{FF2B5EF4-FFF2-40B4-BE49-F238E27FC236}">
                  <a16:creationId xmlns:a16="http://schemas.microsoft.com/office/drawing/2014/main" id="{8FCD41C4-606C-446C-8C81-6353C64424A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118533" y="622141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80000"/>
              </a:schemeClr>
            </a:solidFill>
            <a:ln>
              <a:noFill/>
            </a:ln>
          </p:spPr>
        </p:sp>
        <p:sp>
          <p:nvSpPr>
            <p:cNvPr id="70" name="Freeform 34">
              <a:extLst>
                <a:ext uri="{FF2B5EF4-FFF2-40B4-BE49-F238E27FC236}">
                  <a16:creationId xmlns:a16="http://schemas.microsoft.com/office/drawing/2014/main" id="{274CFBE4-CEA6-4C81-BB1E-83E1896771D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385233" y="5118101"/>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sp>
        <p:sp>
          <p:nvSpPr>
            <p:cNvPr id="71" name="Freeform 37">
              <a:extLst>
                <a:ext uri="{FF2B5EF4-FFF2-40B4-BE49-F238E27FC236}">
                  <a16:creationId xmlns:a16="http://schemas.microsoft.com/office/drawing/2014/main" id="{24813D3D-7B30-42F2-9065-1B40F140C7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464608" y="5299075"/>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80000"/>
              </a:schemeClr>
            </a:solidFill>
            <a:ln>
              <a:noFill/>
            </a:ln>
          </p:spPr>
        </p:sp>
      </p:grpSp>
      <p:grpSp>
        <p:nvGrpSpPr>
          <p:cNvPr id="73" name="Group 72">
            <a:extLst>
              <a:ext uri="{FF2B5EF4-FFF2-40B4-BE49-F238E27FC236}">
                <a16:creationId xmlns:a16="http://schemas.microsoft.com/office/drawing/2014/main" id="{1287AC97-A8E8-4B45-A50A-3057A88B408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1229445" y="4867275"/>
            <a:ext cx="598488" cy="1981201"/>
            <a:chOff x="11424178" y="4867275"/>
            <a:chExt cx="598488" cy="1981201"/>
          </a:xfrm>
        </p:grpSpPr>
        <p:sp>
          <p:nvSpPr>
            <p:cNvPr id="74" name="Freeform 35">
              <a:extLst>
                <a:ext uri="{FF2B5EF4-FFF2-40B4-BE49-F238E27FC236}">
                  <a16:creationId xmlns:a16="http://schemas.microsoft.com/office/drawing/2014/main" id="{57D70AA8-D36C-4DF9-B7D7-4E2C9BEFD9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14666"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80000"/>
              </a:schemeClr>
            </a:solidFill>
            <a:ln>
              <a:noFill/>
            </a:ln>
          </p:spPr>
        </p:sp>
        <p:sp>
          <p:nvSpPr>
            <p:cNvPr id="75" name="Freeform 36">
              <a:extLst>
                <a:ext uri="{FF2B5EF4-FFF2-40B4-BE49-F238E27FC236}">
                  <a16:creationId xmlns:a16="http://schemas.microsoft.com/office/drawing/2014/main" id="{74D88556-8C5B-41AF-9FA0-92D2734708D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55966"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80000"/>
              </a:schemeClr>
            </a:solidFill>
            <a:ln>
              <a:noFill/>
            </a:ln>
          </p:spPr>
        </p:sp>
        <p:sp>
          <p:nvSpPr>
            <p:cNvPr id="76" name="Freeform 38">
              <a:extLst>
                <a:ext uri="{FF2B5EF4-FFF2-40B4-BE49-F238E27FC236}">
                  <a16:creationId xmlns:a16="http://schemas.microsoft.com/office/drawing/2014/main" id="{17E00558-8912-48C6-8202-D8A2D854B7D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19441"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sp>
        <p:sp>
          <p:nvSpPr>
            <p:cNvPr id="77" name="Freeform 39">
              <a:extLst>
                <a:ext uri="{FF2B5EF4-FFF2-40B4-BE49-F238E27FC236}">
                  <a16:creationId xmlns:a16="http://schemas.microsoft.com/office/drawing/2014/main" id="{7E4C092A-90EF-4870-97FC-C2D97FD2CE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24178"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80000"/>
              </a:schemeClr>
            </a:solidFill>
            <a:ln>
              <a:noFill/>
            </a:ln>
          </p:spPr>
        </p:sp>
        <p:sp>
          <p:nvSpPr>
            <p:cNvPr id="78" name="Freeform 40">
              <a:extLst>
                <a:ext uri="{FF2B5EF4-FFF2-40B4-BE49-F238E27FC236}">
                  <a16:creationId xmlns:a16="http://schemas.microsoft.com/office/drawing/2014/main" id="{0C8C091A-4902-4B98-BB6B-AF6FA1174BB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32166"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80000"/>
              </a:schemeClr>
            </a:solidFill>
            <a:ln>
              <a:noFill/>
            </a:ln>
          </p:spPr>
        </p:sp>
        <p:sp>
          <p:nvSpPr>
            <p:cNvPr id="79" name="Rectangle 41">
              <a:extLst>
                <a:ext uri="{FF2B5EF4-FFF2-40B4-BE49-F238E27FC236}">
                  <a16:creationId xmlns:a16="http://schemas.microsoft.com/office/drawing/2014/main" id="{50C57AA3-5B6E-4C49-9AE3-D130A25404A7}"/>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22653" y="6596063"/>
              <a:ext cx="23813" cy="252413"/>
            </a:xfrm>
            <a:prstGeom prst="rect">
              <a:avLst/>
            </a:prstGeom>
            <a:solidFill>
              <a:schemeClr val="tx2">
                <a:alpha val="80000"/>
              </a:schemeClr>
            </a:solidFill>
            <a:ln>
              <a:noFill/>
            </a:ln>
          </p:spPr>
        </p:sp>
      </p:grpSp>
      <p:sp>
        <p:nvSpPr>
          <p:cNvPr id="81" name="Rectangle 80">
            <a:extLst>
              <a:ext uri="{FF2B5EF4-FFF2-40B4-BE49-F238E27FC236}">
                <a16:creationId xmlns:a16="http://schemas.microsoft.com/office/drawing/2014/main" id="{6D29BE04-4454-4832-B83F-10D001BFF9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3" name="Round Diagonal Corner Rectangle 7">
            <a:extLst>
              <a:ext uri="{FF2B5EF4-FFF2-40B4-BE49-F238E27FC236}">
                <a16:creationId xmlns:a16="http://schemas.microsoft.com/office/drawing/2014/main" id="{98714CE9-3C2C-48E1-8B8F-CFB7735C43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2867" y="766234"/>
            <a:ext cx="10346266" cy="5325532"/>
          </a:xfrm>
          <a:prstGeom prst="round2DiagRect">
            <a:avLst>
              <a:gd name="adj1" fmla="val 4147"/>
              <a:gd name="adj2" fmla="val 0"/>
            </a:avLst>
          </a:prstGeom>
          <a:solidFill>
            <a:schemeClr val="bg2">
              <a:lumMod val="50000"/>
              <a:alpha val="80000"/>
            </a:schemeClr>
          </a:solidFill>
          <a:ln w="19050" cap="sq">
            <a:solidFill>
              <a:srgbClr val="FFFFFF">
                <a:alpha val="60000"/>
              </a:srgbClr>
            </a:solidFill>
            <a:miter lim="800000"/>
          </a:ln>
          <a:effectLst>
            <a:outerShdw blurRad="889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9889C1C4-A766-2818-D3D5-0D3AEF588700}"/>
              </a:ext>
            </a:extLst>
          </p:cNvPr>
          <p:cNvSpPr txBox="1"/>
          <p:nvPr/>
        </p:nvSpPr>
        <p:spPr>
          <a:xfrm>
            <a:off x="1577446" y="2413001"/>
            <a:ext cx="9048218" cy="3033180"/>
          </a:xfrm>
          <a:prstGeom prst="rect">
            <a:avLst/>
          </a:prstGeom>
        </p:spPr>
        <p:txBody>
          <a:bodyPr vert="horz" lIns="91440" tIns="45720" rIns="91440" bIns="45720" rtlCol="0" anchor="ctr">
            <a:normAutofit/>
          </a:bodyPr>
          <a:lstStyle/>
          <a:p>
            <a:pPr indent="-228600" defTabSz="914400">
              <a:lnSpc>
                <a:spcPct val="120000"/>
              </a:lnSpc>
              <a:spcAft>
                <a:spcPts val="600"/>
              </a:spcAft>
              <a:buSzPct val="125000"/>
              <a:buFont typeface="Arial" panose="020B0604020202020204" pitchFamily="34" charset="0"/>
              <a:buChar char="•"/>
            </a:pPr>
            <a:r>
              <a:rPr lang="en-US" sz="2000" dirty="0">
                <a:solidFill>
                  <a:srgbClr val="FFFFFF"/>
                </a:solidFill>
              </a:rPr>
              <a:t>     According to a recent report by “Forbes Advisor” there is a total of 78,000 job openings on Cyber Security Engineers. </a:t>
            </a:r>
          </a:p>
          <a:p>
            <a:pPr indent="-228600" defTabSz="914400">
              <a:lnSpc>
                <a:spcPct val="120000"/>
              </a:lnSpc>
              <a:spcAft>
                <a:spcPts val="600"/>
              </a:spcAft>
              <a:buSzPct val="125000"/>
              <a:buFont typeface="Arial" panose="020B0604020202020204" pitchFamily="34" charset="0"/>
              <a:buChar char="•"/>
            </a:pPr>
            <a:endParaRPr lang="en-US" sz="2000" dirty="0">
              <a:solidFill>
                <a:srgbClr val="FFFFFF"/>
              </a:solidFill>
            </a:endParaRPr>
          </a:p>
          <a:p>
            <a:pPr indent="-228600" defTabSz="914400">
              <a:lnSpc>
                <a:spcPct val="120000"/>
              </a:lnSpc>
              <a:spcAft>
                <a:spcPts val="600"/>
              </a:spcAft>
              <a:buSzPct val="125000"/>
              <a:buFont typeface="Arial" panose="020B0604020202020204" pitchFamily="34" charset="0"/>
              <a:buChar char="•"/>
            </a:pPr>
            <a:endParaRPr lang="en-US" sz="2000" dirty="0">
              <a:solidFill>
                <a:srgbClr val="FFFFFF"/>
              </a:solidFill>
            </a:endParaRPr>
          </a:p>
        </p:txBody>
      </p:sp>
    </p:spTree>
    <p:extLst>
      <p:ext uri="{BB962C8B-B14F-4D97-AF65-F5344CB8AC3E}">
        <p14:creationId xmlns:p14="http://schemas.microsoft.com/office/powerpoint/2010/main" val="3111003603"/>
      </p:ext>
    </p:extLst>
  </p:cSld>
  <p:clrMapOvr>
    <a:masterClrMapping/>
  </p:clrMapOvr>
  <p:transition spd="med">
    <p:pull/>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 name="Picture 2">
            <a:extLst>
              <a:ext uri="{FF2B5EF4-FFF2-40B4-BE49-F238E27FC236}">
                <a16:creationId xmlns:a16="http://schemas.microsoft.com/office/drawing/2014/main" id="{D315EA7A-503F-4861-9A7A-86476406AFC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p14="http://schemas.microsoft.com/office/powerpoint/2010/main" xmlns:a16="http://schemas.microsoft.com/office/drawing/2014/main" xmlns="">
                <a:solidFill>
                  <a:srgbClr val="FFFFFF"/>
                </a:solidFill>
              </a14:hiddenFill>
            </a:ext>
          </a:extLst>
        </p:spPr>
      </p:pic>
      <p:grpSp>
        <p:nvGrpSpPr>
          <p:cNvPr id="10" name="Group 9">
            <a:extLst>
              <a:ext uri="{FF2B5EF4-FFF2-40B4-BE49-F238E27FC236}">
                <a16:creationId xmlns:a16="http://schemas.microsoft.com/office/drawing/2014/main" id="{5F6E419E-7478-4531-823C-58DF7A10FA8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053888" cy="6858001"/>
            <a:chOff x="-14288" y="0"/>
            <a:chExt cx="12053888" cy="6858001"/>
          </a:xfrm>
        </p:grpSpPr>
        <p:grpSp>
          <p:nvGrpSpPr>
            <p:cNvPr id="11" name="Group 10">
              <a:extLst>
                <a:ext uri="{FF2B5EF4-FFF2-40B4-BE49-F238E27FC236}">
                  <a16:creationId xmlns:a16="http://schemas.microsoft.com/office/drawing/2014/main" id="{6166DED5-3552-4512-A5D0-3BD8DB2BF480}"/>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3" name="Rectangle 5">
                <a:extLst>
                  <a:ext uri="{FF2B5EF4-FFF2-40B4-BE49-F238E27FC236}">
                    <a16:creationId xmlns:a16="http://schemas.microsoft.com/office/drawing/2014/main" id="{1EF83640-278B-4580-9288-D4C8F8E4D9C2}"/>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sp>
          <p:sp>
            <p:nvSpPr>
              <p:cNvPr id="24" name="Freeform 6">
                <a:extLst>
                  <a:ext uri="{FF2B5EF4-FFF2-40B4-BE49-F238E27FC236}">
                    <a16:creationId xmlns:a16="http://schemas.microsoft.com/office/drawing/2014/main" id="{2F851863-7279-454C-B927-51EC13FFDC0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25" name="Freeform 7">
                <a:extLst>
                  <a:ext uri="{FF2B5EF4-FFF2-40B4-BE49-F238E27FC236}">
                    <a16:creationId xmlns:a16="http://schemas.microsoft.com/office/drawing/2014/main" id="{13CDDA8A-092F-4F54-8206-22848FBB175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26" name="Freeform 8">
                <a:extLst>
                  <a:ext uri="{FF2B5EF4-FFF2-40B4-BE49-F238E27FC236}">
                    <a16:creationId xmlns:a16="http://schemas.microsoft.com/office/drawing/2014/main" id="{D3F474AA-8038-46EB-906B-EE7E8E5E9F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27" name="Freeform 9">
                <a:extLst>
                  <a:ext uri="{FF2B5EF4-FFF2-40B4-BE49-F238E27FC236}">
                    <a16:creationId xmlns:a16="http://schemas.microsoft.com/office/drawing/2014/main" id="{DEA100B0-B335-41A5-A04B-B601E20968E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28" name="Freeform 10">
                <a:extLst>
                  <a:ext uri="{FF2B5EF4-FFF2-40B4-BE49-F238E27FC236}">
                    <a16:creationId xmlns:a16="http://schemas.microsoft.com/office/drawing/2014/main" id="{93FDDD44-A7E1-4A3A-9757-84B8F4D502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29" name="Freeform 11">
                <a:extLst>
                  <a:ext uri="{FF2B5EF4-FFF2-40B4-BE49-F238E27FC236}">
                    <a16:creationId xmlns:a16="http://schemas.microsoft.com/office/drawing/2014/main" id="{D8338DDE-CA03-44D8-949F-A79C2E01C1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30" name="Freeform 12">
                <a:extLst>
                  <a:ext uri="{FF2B5EF4-FFF2-40B4-BE49-F238E27FC236}">
                    <a16:creationId xmlns:a16="http://schemas.microsoft.com/office/drawing/2014/main" id="{CBDAD3BA-A054-4189-9451-6E969BB4B96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31" name="Freeform 13">
                <a:extLst>
                  <a:ext uri="{FF2B5EF4-FFF2-40B4-BE49-F238E27FC236}">
                    <a16:creationId xmlns:a16="http://schemas.microsoft.com/office/drawing/2014/main" id="{EF10C686-CA10-4F20-98E0-3BBFC2EDC49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32" name="Freeform 14">
                <a:extLst>
                  <a:ext uri="{FF2B5EF4-FFF2-40B4-BE49-F238E27FC236}">
                    <a16:creationId xmlns:a16="http://schemas.microsoft.com/office/drawing/2014/main" id="{3904651A-E8FB-4006-B428-FB8B593389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33" name="Freeform 15">
                <a:extLst>
                  <a:ext uri="{FF2B5EF4-FFF2-40B4-BE49-F238E27FC236}">
                    <a16:creationId xmlns:a16="http://schemas.microsoft.com/office/drawing/2014/main" id="{8AAADB72-3AAF-4192-A9FF-7628FC38F31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34" name="Line 16">
                <a:extLst>
                  <a:ext uri="{FF2B5EF4-FFF2-40B4-BE49-F238E27FC236}">
                    <a16:creationId xmlns:a16="http://schemas.microsoft.com/office/drawing/2014/main" id="{4AA2AF70-7263-43F5-931F-E58CF9C8305D}"/>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sp>
          <p:sp>
            <p:nvSpPr>
              <p:cNvPr id="35" name="Freeform 17">
                <a:extLst>
                  <a:ext uri="{FF2B5EF4-FFF2-40B4-BE49-F238E27FC236}">
                    <a16:creationId xmlns:a16="http://schemas.microsoft.com/office/drawing/2014/main" id="{1060A3F5-24D4-4418-ABFF-1F9BA79148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36" name="Freeform 18">
                <a:extLst>
                  <a:ext uri="{FF2B5EF4-FFF2-40B4-BE49-F238E27FC236}">
                    <a16:creationId xmlns:a16="http://schemas.microsoft.com/office/drawing/2014/main" id="{5B675803-C045-45DC-8B2B-CDE25229E7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37" name="Freeform 19">
                <a:extLst>
                  <a:ext uri="{FF2B5EF4-FFF2-40B4-BE49-F238E27FC236}">
                    <a16:creationId xmlns:a16="http://schemas.microsoft.com/office/drawing/2014/main" id="{EADA3295-F2BE-46B1-B100-FE72BA7FB8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38" name="Freeform 20">
                <a:extLst>
                  <a:ext uri="{FF2B5EF4-FFF2-40B4-BE49-F238E27FC236}">
                    <a16:creationId xmlns:a16="http://schemas.microsoft.com/office/drawing/2014/main" id="{551DAFD8-4E73-4975-A320-A28713040AF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39" name="Rectangle 21">
                <a:extLst>
                  <a:ext uri="{FF2B5EF4-FFF2-40B4-BE49-F238E27FC236}">
                    <a16:creationId xmlns:a16="http://schemas.microsoft.com/office/drawing/2014/main" id="{CC70859F-6F0C-458C-871C-659479A77333}"/>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sp>
          <p:sp>
            <p:nvSpPr>
              <p:cNvPr id="40" name="Freeform 22">
                <a:extLst>
                  <a:ext uri="{FF2B5EF4-FFF2-40B4-BE49-F238E27FC236}">
                    <a16:creationId xmlns:a16="http://schemas.microsoft.com/office/drawing/2014/main" id="{5B72D469-05AB-4030-A098-93996328F6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41" name="Freeform 23">
                <a:extLst>
                  <a:ext uri="{FF2B5EF4-FFF2-40B4-BE49-F238E27FC236}">
                    <a16:creationId xmlns:a16="http://schemas.microsoft.com/office/drawing/2014/main" id="{75DBFDF8-F8E9-48E1-A45A-D2B5AE2DF81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42" name="Freeform 24">
                <a:extLst>
                  <a:ext uri="{FF2B5EF4-FFF2-40B4-BE49-F238E27FC236}">
                    <a16:creationId xmlns:a16="http://schemas.microsoft.com/office/drawing/2014/main" id="{0551FF34-D734-4387-A502-51A05F44AA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43" name="Freeform 25">
                <a:extLst>
                  <a:ext uri="{FF2B5EF4-FFF2-40B4-BE49-F238E27FC236}">
                    <a16:creationId xmlns:a16="http://schemas.microsoft.com/office/drawing/2014/main" id="{AFC8681E-1281-45FF-BAE4-117F130B58F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44" name="Freeform 26">
                <a:extLst>
                  <a:ext uri="{FF2B5EF4-FFF2-40B4-BE49-F238E27FC236}">
                    <a16:creationId xmlns:a16="http://schemas.microsoft.com/office/drawing/2014/main" id="{50129A5D-104B-4BA4-BF6B-EFE5A18E9D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45" name="Freeform 27">
                <a:extLst>
                  <a:ext uri="{FF2B5EF4-FFF2-40B4-BE49-F238E27FC236}">
                    <a16:creationId xmlns:a16="http://schemas.microsoft.com/office/drawing/2014/main" id="{B577A65E-5B12-4906-BE44-488292A611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46" name="Freeform 28">
                <a:extLst>
                  <a:ext uri="{FF2B5EF4-FFF2-40B4-BE49-F238E27FC236}">
                    <a16:creationId xmlns:a16="http://schemas.microsoft.com/office/drawing/2014/main" id="{B4979406-1BBE-4866-A457-C27512B370F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47" name="Freeform 29">
                <a:extLst>
                  <a:ext uri="{FF2B5EF4-FFF2-40B4-BE49-F238E27FC236}">
                    <a16:creationId xmlns:a16="http://schemas.microsoft.com/office/drawing/2014/main" id="{549FFC41-8687-4748-9C1D-2A4646E5259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48" name="Freeform 30">
                <a:extLst>
                  <a:ext uri="{FF2B5EF4-FFF2-40B4-BE49-F238E27FC236}">
                    <a16:creationId xmlns:a16="http://schemas.microsoft.com/office/drawing/2014/main" id="{B11E840F-BD53-4800-83CA-1947A25D64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49" name="Freeform 31">
                <a:extLst>
                  <a:ext uri="{FF2B5EF4-FFF2-40B4-BE49-F238E27FC236}">
                    <a16:creationId xmlns:a16="http://schemas.microsoft.com/office/drawing/2014/main" id="{B4CCFC6B-527F-45F5-B3D7-E9B97D93C0F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grpSp>
        <p:grpSp>
          <p:nvGrpSpPr>
            <p:cNvPr id="12" name="Group 11">
              <a:extLst>
                <a:ext uri="{FF2B5EF4-FFF2-40B4-BE49-F238E27FC236}">
                  <a16:creationId xmlns:a16="http://schemas.microsoft.com/office/drawing/2014/main" id="{D3DCC051-27F2-4DBE-A517-3C7B41B68455}"/>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3" name="Freeform 32">
                <a:extLst>
                  <a:ext uri="{FF2B5EF4-FFF2-40B4-BE49-F238E27FC236}">
                    <a16:creationId xmlns:a16="http://schemas.microsoft.com/office/drawing/2014/main" id="{430CD11B-83C2-4688-998D-61671562F0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14" name="Freeform 33">
                <a:extLst>
                  <a:ext uri="{FF2B5EF4-FFF2-40B4-BE49-F238E27FC236}">
                    <a16:creationId xmlns:a16="http://schemas.microsoft.com/office/drawing/2014/main" id="{A416D02C-5F18-4A38-9CFB-8A621C721E4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15" name="Freeform 34">
                <a:extLst>
                  <a:ext uri="{FF2B5EF4-FFF2-40B4-BE49-F238E27FC236}">
                    <a16:creationId xmlns:a16="http://schemas.microsoft.com/office/drawing/2014/main" id="{573D4C8C-23EB-4CC5-AB4F-4B4EB14648B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16" name="Freeform 35">
                <a:extLst>
                  <a:ext uri="{FF2B5EF4-FFF2-40B4-BE49-F238E27FC236}">
                    <a16:creationId xmlns:a16="http://schemas.microsoft.com/office/drawing/2014/main" id="{0252D8BA-387F-4F32-82AE-F3CD4A9C54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17" name="Freeform 36">
                <a:extLst>
                  <a:ext uri="{FF2B5EF4-FFF2-40B4-BE49-F238E27FC236}">
                    <a16:creationId xmlns:a16="http://schemas.microsoft.com/office/drawing/2014/main" id="{9A6E44F7-44BE-461D-A533-541FE46C07B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18" name="Freeform 37">
                <a:extLst>
                  <a:ext uri="{FF2B5EF4-FFF2-40B4-BE49-F238E27FC236}">
                    <a16:creationId xmlns:a16="http://schemas.microsoft.com/office/drawing/2014/main" id="{566C6055-836D-49ED-A4FC-5775CA27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19" name="Freeform 38">
                <a:extLst>
                  <a:ext uri="{FF2B5EF4-FFF2-40B4-BE49-F238E27FC236}">
                    <a16:creationId xmlns:a16="http://schemas.microsoft.com/office/drawing/2014/main" id="{F14FE2AF-B4CA-4539-9777-0FC2D4A7AB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20" name="Freeform 39">
                <a:extLst>
                  <a:ext uri="{FF2B5EF4-FFF2-40B4-BE49-F238E27FC236}">
                    <a16:creationId xmlns:a16="http://schemas.microsoft.com/office/drawing/2014/main" id="{9FBA3A27-1780-40C8-A3AE-6E2EA7A342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21" name="Freeform 40">
                <a:extLst>
                  <a:ext uri="{FF2B5EF4-FFF2-40B4-BE49-F238E27FC236}">
                    <a16:creationId xmlns:a16="http://schemas.microsoft.com/office/drawing/2014/main" id="{A2C28934-2400-466F-B4D7-5A7D5467D2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22" name="Rectangle 41">
                <a:extLst>
                  <a:ext uri="{FF2B5EF4-FFF2-40B4-BE49-F238E27FC236}">
                    <a16:creationId xmlns:a16="http://schemas.microsoft.com/office/drawing/2014/main" id="{41D0850A-1F9C-4759-AD74-903DE36F86A8}"/>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sp>
        </p:grpSp>
      </p:grpSp>
      <p:pic>
        <p:nvPicPr>
          <p:cNvPr id="51" name="Picture 2">
            <a:extLst>
              <a:ext uri="{FF2B5EF4-FFF2-40B4-BE49-F238E27FC236}">
                <a16:creationId xmlns:a16="http://schemas.microsoft.com/office/drawing/2014/main" id="{9018343C-0778-41DD-9B4B-DD35C732502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1591" y="0"/>
            <a:ext cx="12192003" cy="6858001"/>
          </a:xfrm>
          <a:prstGeom prst="rect">
            <a:avLst/>
          </a:prstGeom>
          <a:noFill/>
          <a:extLst>
            <a:ext uri="{909E8E84-426E-40dd-AFC4-6F175D3DCCD1}">
              <a14:hiddenFill xmlns:a14="http://schemas.microsoft.com/office/drawing/2010/main" xmlns:p14="http://schemas.microsoft.com/office/powerpoint/2010/main" xmlns:a16="http://schemas.microsoft.com/office/drawing/2014/main" xmlns="">
                <a:solidFill>
                  <a:srgbClr val="FFFFFF"/>
                </a:solidFill>
              </a14:hiddenFill>
            </a:ext>
          </a:extLst>
        </p:spPr>
      </p:pic>
      <p:grpSp>
        <p:nvGrpSpPr>
          <p:cNvPr id="53" name="Group 52">
            <a:extLst>
              <a:ext uri="{FF2B5EF4-FFF2-40B4-BE49-F238E27FC236}">
                <a16:creationId xmlns:a16="http://schemas.microsoft.com/office/drawing/2014/main" id="{71B927C1-9798-4C5C-B5C1-533BAC6E53B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053888" cy="6858001"/>
            <a:chOff x="-14288" y="0"/>
            <a:chExt cx="12053888" cy="6858001"/>
          </a:xfrm>
        </p:grpSpPr>
        <p:grpSp>
          <p:nvGrpSpPr>
            <p:cNvPr id="54" name="Group 53">
              <a:extLst>
                <a:ext uri="{FF2B5EF4-FFF2-40B4-BE49-F238E27FC236}">
                  <a16:creationId xmlns:a16="http://schemas.microsoft.com/office/drawing/2014/main" id="{BD1CBC78-DE67-41CF-AEBA-457CF7FC18A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66" name="Rectangle 5">
                <a:extLst>
                  <a:ext uri="{FF2B5EF4-FFF2-40B4-BE49-F238E27FC236}">
                    <a16:creationId xmlns:a16="http://schemas.microsoft.com/office/drawing/2014/main" id="{60B54AE6-A39D-4588-83AD-A1EDA79EB628}"/>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sp>
          <p:sp>
            <p:nvSpPr>
              <p:cNvPr id="67" name="Freeform 6">
                <a:extLst>
                  <a:ext uri="{FF2B5EF4-FFF2-40B4-BE49-F238E27FC236}">
                    <a16:creationId xmlns:a16="http://schemas.microsoft.com/office/drawing/2014/main" id="{591BE68D-E84D-47D1-8C2C-84C07EF0B09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68" name="Freeform 7">
                <a:extLst>
                  <a:ext uri="{FF2B5EF4-FFF2-40B4-BE49-F238E27FC236}">
                    <a16:creationId xmlns:a16="http://schemas.microsoft.com/office/drawing/2014/main" id="{A2204FBD-C360-4355-844D-09AC040FD96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69" name="Freeform 8">
                <a:extLst>
                  <a:ext uri="{FF2B5EF4-FFF2-40B4-BE49-F238E27FC236}">
                    <a16:creationId xmlns:a16="http://schemas.microsoft.com/office/drawing/2014/main" id="{28D72865-B9BB-4F5E-9DEC-C4DA21C257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70" name="Freeform 9">
                <a:extLst>
                  <a:ext uri="{FF2B5EF4-FFF2-40B4-BE49-F238E27FC236}">
                    <a16:creationId xmlns:a16="http://schemas.microsoft.com/office/drawing/2014/main" id="{AB7FBD61-8186-4A9B-8FE5-E211E99A0C6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71" name="Freeform 10">
                <a:extLst>
                  <a:ext uri="{FF2B5EF4-FFF2-40B4-BE49-F238E27FC236}">
                    <a16:creationId xmlns:a16="http://schemas.microsoft.com/office/drawing/2014/main" id="{8C9982D6-12E5-4920-9107-FEF23A699A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72" name="Freeform 11">
                <a:extLst>
                  <a:ext uri="{FF2B5EF4-FFF2-40B4-BE49-F238E27FC236}">
                    <a16:creationId xmlns:a16="http://schemas.microsoft.com/office/drawing/2014/main" id="{9BB3F80E-6F52-44C9-B9D2-55BDB62FAD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73" name="Freeform 12">
                <a:extLst>
                  <a:ext uri="{FF2B5EF4-FFF2-40B4-BE49-F238E27FC236}">
                    <a16:creationId xmlns:a16="http://schemas.microsoft.com/office/drawing/2014/main" id="{27B6E33E-0CBC-44AA-99E3-6893463ECB3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74" name="Freeform 13">
                <a:extLst>
                  <a:ext uri="{FF2B5EF4-FFF2-40B4-BE49-F238E27FC236}">
                    <a16:creationId xmlns:a16="http://schemas.microsoft.com/office/drawing/2014/main" id="{E4FBA0A1-7DE5-4E1F-8188-76740F5F689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75" name="Freeform 14">
                <a:extLst>
                  <a:ext uri="{FF2B5EF4-FFF2-40B4-BE49-F238E27FC236}">
                    <a16:creationId xmlns:a16="http://schemas.microsoft.com/office/drawing/2014/main" id="{D7327CF4-A65A-46FF-B252-3E0707230F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76" name="Freeform 15">
                <a:extLst>
                  <a:ext uri="{FF2B5EF4-FFF2-40B4-BE49-F238E27FC236}">
                    <a16:creationId xmlns:a16="http://schemas.microsoft.com/office/drawing/2014/main" id="{94491CCA-20DD-416E-97F6-8449A0E2F11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77" name="Line 16">
                <a:extLst>
                  <a:ext uri="{FF2B5EF4-FFF2-40B4-BE49-F238E27FC236}">
                    <a16:creationId xmlns:a16="http://schemas.microsoft.com/office/drawing/2014/main" id="{9E408FEC-126E-4556-8DA1-F77E5701564B}"/>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sp>
          <p:sp>
            <p:nvSpPr>
              <p:cNvPr id="78" name="Freeform 17">
                <a:extLst>
                  <a:ext uri="{FF2B5EF4-FFF2-40B4-BE49-F238E27FC236}">
                    <a16:creationId xmlns:a16="http://schemas.microsoft.com/office/drawing/2014/main" id="{11299703-E290-42D8-9D2D-5659377461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79" name="Freeform 18">
                <a:extLst>
                  <a:ext uri="{FF2B5EF4-FFF2-40B4-BE49-F238E27FC236}">
                    <a16:creationId xmlns:a16="http://schemas.microsoft.com/office/drawing/2014/main" id="{F0D8EDED-63DD-48FD-9B2A-AAF9CAAEBA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80" name="Freeform 19">
                <a:extLst>
                  <a:ext uri="{FF2B5EF4-FFF2-40B4-BE49-F238E27FC236}">
                    <a16:creationId xmlns:a16="http://schemas.microsoft.com/office/drawing/2014/main" id="{1C841D15-6D0B-43DA-9189-54AE258E1A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81" name="Freeform 20">
                <a:extLst>
                  <a:ext uri="{FF2B5EF4-FFF2-40B4-BE49-F238E27FC236}">
                    <a16:creationId xmlns:a16="http://schemas.microsoft.com/office/drawing/2014/main" id="{470BE3D1-28A8-4F20-B18C-8E677B08645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82" name="Rectangle 21">
                <a:extLst>
                  <a:ext uri="{FF2B5EF4-FFF2-40B4-BE49-F238E27FC236}">
                    <a16:creationId xmlns:a16="http://schemas.microsoft.com/office/drawing/2014/main" id="{AE149E9A-866F-4466-9B1D-6B49361DAAE0}"/>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sp>
          <p:sp>
            <p:nvSpPr>
              <p:cNvPr id="83" name="Freeform 22">
                <a:extLst>
                  <a:ext uri="{FF2B5EF4-FFF2-40B4-BE49-F238E27FC236}">
                    <a16:creationId xmlns:a16="http://schemas.microsoft.com/office/drawing/2014/main" id="{C6D0299C-524E-4E5D-9F06-BAF2BFF218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84" name="Freeform 23">
                <a:extLst>
                  <a:ext uri="{FF2B5EF4-FFF2-40B4-BE49-F238E27FC236}">
                    <a16:creationId xmlns:a16="http://schemas.microsoft.com/office/drawing/2014/main" id="{B8B5DC83-B8E6-477E-8DA5-189A242D671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85" name="Freeform 24">
                <a:extLst>
                  <a:ext uri="{FF2B5EF4-FFF2-40B4-BE49-F238E27FC236}">
                    <a16:creationId xmlns:a16="http://schemas.microsoft.com/office/drawing/2014/main" id="{9194CC76-136B-44AF-9D62-1CA9F6DD94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86" name="Freeform 25">
                <a:extLst>
                  <a:ext uri="{FF2B5EF4-FFF2-40B4-BE49-F238E27FC236}">
                    <a16:creationId xmlns:a16="http://schemas.microsoft.com/office/drawing/2014/main" id="{E8ACD66F-F4B0-4A77-B1A5-9EDCC4EEE25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87" name="Freeform 26">
                <a:extLst>
                  <a:ext uri="{FF2B5EF4-FFF2-40B4-BE49-F238E27FC236}">
                    <a16:creationId xmlns:a16="http://schemas.microsoft.com/office/drawing/2014/main" id="{F78B2DB3-FD63-48E2-A23E-F6E97C2446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88" name="Freeform 27">
                <a:extLst>
                  <a:ext uri="{FF2B5EF4-FFF2-40B4-BE49-F238E27FC236}">
                    <a16:creationId xmlns:a16="http://schemas.microsoft.com/office/drawing/2014/main" id="{AB42FFCE-D4FC-485E-90D5-39D721CFA9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89" name="Freeform 28">
                <a:extLst>
                  <a:ext uri="{FF2B5EF4-FFF2-40B4-BE49-F238E27FC236}">
                    <a16:creationId xmlns:a16="http://schemas.microsoft.com/office/drawing/2014/main" id="{04658F53-ECB3-4DD3-AC4C-73F53A457DC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90" name="Freeform 29">
                <a:extLst>
                  <a:ext uri="{FF2B5EF4-FFF2-40B4-BE49-F238E27FC236}">
                    <a16:creationId xmlns:a16="http://schemas.microsoft.com/office/drawing/2014/main" id="{2AE028A6-8CE7-4186-A31E-D2A40ECDFD5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91" name="Freeform 30">
                <a:extLst>
                  <a:ext uri="{FF2B5EF4-FFF2-40B4-BE49-F238E27FC236}">
                    <a16:creationId xmlns:a16="http://schemas.microsoft.com/office/drawing/2014/main" id="{AE921804-452E-42DB-80F8-051A53E2CD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92" name="Freeform 31">
                <a:extLst>
                  <a:ext uri="{FF2B5EF4-FFF2-40B4-BE49-F238E27FC236}">
                    <a16:creationId xmlns:a16="http://schemas.microsoft.com/office/drawing/2014/main" id="{E9B02156-F8B0-4C97-AAF3-97C74A2C665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grpSp>
        <p:grpSp>
          <p:nvGrpSpPr>
            <p:cNvPr id="55" name="Group 54">
              <a:extLst>
                <a:ext uri="{FF2B5EF4-FFF2-40B4-BE49-F238E27FC236}">
                  <a16:creationId xmlns:a16="http://schemas.microsoft.com/office/drawing/2014/main" id="{36CA6519-2870-4AD4-8099-18D508E3FF68}"/>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56" name="Freeform 32">
                <a:extLst>
                  <a:ext uri="{FF2B5EF4-FFF2-40B4-BE49-F238E27FC236}">
                    <a16:creationId xmlns:a16="http://schemas.microsoft.com/office/drawing/2014/main" id="{BC3C6E82-8E4E-4854-A2D1-7DAF1F35FB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57" name="Freeform 33">
                <a:extLst>
                  <a:ext uri="{FF2B5EF4-FFF2-40B4-BE49-F238E27FC236}">
                    <a16:creationId xmlns:a16="http://schemas.microsoft.com/office/drawing/2014/main" id="{6DF90866-7048-488A-A4B3-6A3F8500E5B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58" name="Freeform 34">
                <a:extLst>
                  <a:ext uri="{FF2B5EF4-FFF2-40B4-BE49-F238E27FC236}">
                    <a16:creationId xmlns:a16="http://schemas.microsoft.com/office/drawing/2014/main" id="{C7492B5B-0DAF-40D2-8D7E-A5B1CB80A89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59" name="Freeform 35">
                <a:extLst>
                  <a:ext uri="{FF2B5EF4-FFF2-40B4-BE49-F238E27FC236}">
                    <a16:creationId xmlns:a16="http://schemas.microsoft.com/office/drawing/2014/main" id="{7F3E205C-1EDF-44F1-ADFF-907F6F9A78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60" name="Freeform 36">
                <a:extLst>
                  <a:ext uri="{FF2B5EF4-FFF2-40B4-BE49-F238E27FC236}">
                    <a16:creationId xmlns:a16="http://schemas.microsoft.com/office/drawing/2014/main" id="{F1F97E15-C677-4DF3-9CDD-FA73AF35C3B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61" name="Freeform 37">
                <a:extLst>
                  <a:ext uri="{FF2B5EF4-FFF2-40B4-BE49-F238E27FC236}">
                    <a16:creationId xmlns:a16="http://schemas.microsoft.com/office/drawing/2014/main" id="{3E9072E3-BE5E-4305-ACA6-9A21804B0B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62" name="Freeform 38">
                <a:extLst>
                  <a:ext uri="{FF2B5EF4-FFF2-40B4-BE49-F238E27FC236}">
                    <a16:creationId xmlns:a16="http://schemas.microsoft.com/office/drawing/2014/main" id="{B423CA3B-303A-4681-A241-773908084B5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63" name="Freeform 39">
                <a:extLst>
                  <a:ext uri="{FF2B5EF4-FFF2-40B4-BE49-F238E27FC236}">
                    <a16:creationId xmlns:a16="http://schemas.microsoft.com/office/drawing/2014/main" id="{BBBF1F7D-CCDC-4994-AC8E-F0659B7C73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64" name="Freeform 40">
                <a:extLst>
                  <a:ext uri="{FF2B5EF4-FFF2-40B4-BE49-F238E27FC236}">
                    <a16:creationId xmlns:a16="http://schemas.microsoft.com/office/drawing/2014/main" id="{FB5963B4-24BD-41E4-B478-711756BB5B6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65" name="Rectangle 41">
                <a:extLst>
                  <a:ext uri="{FF2B5EF4-FFF2-40B4-BE49-F238E27FC236}">
                    <a16:creationId xmlns:a16="http://schemas.microsoft.com/office/drawing/2014/main" id="{86840453-F642-4E05-9EEA-F9155CEDEE8A}"/>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sp>
        </p:grpSp>
      </p:grpSp>
      <p:sp useBgFill="1">
        <p:nvSpPr>
          <p:cNvPr id="94" name="Rectangle 93">
            <a:extLst>
              <a:ext uri="{FF2B5EF4-FFF2-40B4-BE49-F238E27FC236}">
                <a16:creationId xmlns:a16="http://schemas.microsoft.com/office/drawing/2014/main" id="{F04D02B2-0CF7-407E-A7F3-CEB52ABEB2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6" name="Group 95">
            <a:extLst>
              <a:ext uri="{FF2B5EF4-FFF2-40B4-BE49-F238E27FC236}">
                <a16:creationId xmlns:a16="http://schemas.microsoft.com/office/drawing/2014/main" id="{C6DDA51F-AA5F-45C8-84DC-CEAE96F27A8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00" y="-11384"/>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97" name="Rectangle 5">
              <a:extLst>
                <a:ext uri="{FF2B5EF4-FFF2-40B4-BE49-F238E27FC236}">
                  <a16:creationId xmlns:a16="http://schemas.microsoft.com/office/drawing/2014/main" id="{BF34871E-B64D-47C9-ABC1-518F49729EEA}"/>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miter lim="800000"/>
                  <a:headEnd/>
                  <a:tailEnd/>
                </a14:hiddenLine>
              </a:ext>
            </a:extLst>
          </p:spPr>
        </p:sp>
        <p:sp>
          <p:nvSpPr>
            <p:cNvPr id="98" name="Freeform 6">
              <a:extLst>
                <a:ext uri="{FF2B5EF4-FFF2-40B4-BE49-F238E27FC236}">
                  <a16:creationId xmlns:a16="http://schemas.microsoft.com/office/drawing/2014/main" id="{2EFC3199-B82F-435F-A30D-F593CBD580C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sp>
        <p:sp>
          <p:nvSpPr>
            <p:cNvPr id="99" name="Freeform 7">
              <a:extLst>
                <a:ext uri="{FF2B5EF4-FFF2-40B4-BE49-F238E27FC236}">
                  <a16:creationId xmlns:a16="http://schemas.microsoft.com/office/drawing/2014/main" id="{38E53882-1F61-43E0-B79A-ACED3384780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sp>
        <p:sp>
          <p:nvSpPr>
            <p:cNvPr id="100" name="Freeform 8">
              <a:extLst>
                <a:ext uri="{FF2B5EF4-FFF2-40B4-BE49-F238E27FC236}">
                  <a16:creationId xmlns:a16="http://schemas.microsoft.com/office/drawing/2014/main" id="{F52A5BC5-6859-40F8-8B67-F512117D6C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sp>
        <p:sp>
          <p:nvSpPr>
            <p:cNvPr id="101" name="Freeform 9">
              <a:extLst>
                <a:ext uri="{FF2B5EF4-FFF2-40B4-BE49-F238E27FC236}">
                  <a16:creationId xmlns:a16="http://schemas.microsoft.com/office/drawing/2014/main" id="{CEB5A396-50E3-4BD8-8963-F88BE3D591B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sp>
        <p:sp>
          <p:nvSpPr>
            <p:cNvPr id="102" name="Freeform 10">
              <a:extLst>
                <a:ext uri="{FF2B5EF4-FFF2-40B4-BE49-F238E27FC236}">
                  <a16:creationId xmlns:a16="http://schemas.microsoft.com/office/drawing/2014/main" id="{1188D78F-BD3C-404E-A542-863D7DE029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sp>
        <p:sp>
          <p:nvSpPr>
            <p:cNvPr id="103" name="Freeform 11">
              <a:extLst>
                <a:ext uri="{FF2B5EF4-FFF2-40B4-BE49-F238E27FC236}">
                  <a16:creationId xmlns:a16="http://schemas.microsoft.com/office/drawing/2014/main" id="{C5F2E59C-EE00-47F4-94B8-5DF072AE57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sp>
        <p:sp>
          <p:nvSpPr>
            <p:cNvPr id="104" name="Freeform 12">
              <a:extLst>
                <a:ext uri="{FF2B5EF4-FFF2-40B4-BE49-F238E27FC236}">
                  <a16:creationId xmlns:a16="http://schemas.microsoft.com/office/drawing/2014/main" id="{E953844C-2F95-4BCB-925D-89BCF13255E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sp>
        <p:sp>
          <p:nvSpPr>
            <p:cNvPr id="105" name="Freeform 13">
              <a:extLst>
                <a:ext uri="{FF2B5EF4-FFF2-40B4-BE49-F238E27FC236}">
                  <a16:creationId xmlns:a16="http://schemas.microsoft.com/office/drawing/2014/main" id="{16DFAD72-0B21-43D6-BAD6-901CC994074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sp>
        <p:sp>
          <p:nvSpPr>
            <p:cNvPr id="106" name="Freeform 14">
              <a:extLst>
                <a:ext uri="{FF2B5EF4-FFF2-40B4-BE49-F238E27FC236}">
                  <a16:creationId xmlns:a16="http://schemas.microsoft.com/office/drawing/2014/main" id="{9C3588CC-2440-440D-A141-9206C65A20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sp>
        <p:sp>
          <p:nvSpPr>
            <p:cNvPr id="107" name="Freeform 15">
              <a:extLst>
                <a:ext uri="{FF2B5EF4-FFF2-40B4-BE49-F238E27FC236}">
                  <a16:creationId xmlns:a16="http://schemas.microsoft.com/office/drawing/2014/main" id="{0A71A2F7-613C-41A9-B808-A8E1BDC2339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sp>
        <p:sp>
          <p:nvSpPr>
            <p:cNvPr id="108" name="Line 16">
              <a:extLst>
                <a:ext uri="{FF2B5EF4-FFF2-40B4-BE49-F238E27FC236}">
                  <a16:creationId xmlns:a16="http://schemas.microsoft.com/office/drawing/2014/main" id="{CCC8072C-0F4A-440E-85F8-21BD6CFCBBF1}"/>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sp>
        <p:sp>
          <p:nvSpPr>
            <p:cNvPr id="109" name="Freeform 17">
              <a:extLst>
                <a:ext uri="{FF2B5EF4-FFF2-40B4-BE49-F238E27FC236}">
                  <a16:creationId xmlns:a16="http://schemas.microsoft.com/office/drawing/2014/main" id="{4B4C9869-76AD-4C59-8DD5-6B58C2D714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sp>
        <p:sp>
          <p:nvSpPr>
            <p:cNvPr id="110" name="Freeform 18">
              <a:extLst>
                <a:ext uri="{FF2B5EF4-FFF2-40B4-BE49-F238E27FC236}">
                  <a16:creationId xmlns:a16="http://schemas.microsoft.com/office/drawing/2014/main" id="{87FF3E02-500A-4F64-8848-E736A2C77B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sp>
        <p:sp>
          <p:nvSpPr>
            <p:cNvPr id="111" name="Freeform 19">
              <a:extLst>
                <a:ext uri="{FF2B5EF4-FFF2-40B4-BE49-F238E27FC236}">
                  <a16:creationId xmlns:a16="http://schemas.microsoft.com/office/drawing/2014/main" id="{60D3FC48-EA2B-469C-AA24-76B0D7DAE2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sp>
        <p:sp>
          <p:nvSpPr>
            <p:cNvPr id="112" name="Freeform 20">
              <a:extLst>
                <a:ext uri="{FF2B5EF4-FFF2-40B4-BE49-F238E27FC236}">
                  <a16:creationId xmlns:a16="http://schemas.microsoft.com/office/drawing/2014/main" id="{457EFF6D-A151-4B71-A304-9746BCC3F7C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sp>
        <p:sp>
          <p:nvSpPr>
            <p:cNvPr id="113" name="Rectangle 21">
              <a:extLst>
                <a:ext uri="{FF2B5EF4-FFF2-40B4-BE49-F238E27FC236}">
                  <a16:creationId xmlns:a16="http://schemas.microsoft.com/office/drawing/2014/main" id="{5272A688-3CE0-4825-B9B5-94092DCF49E2}"/>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miter lim="800000"/>
                  <a:headEnd/>
                  <a:tailEnd/>
                </a14:hiddenLine>
              </a:ext>
            </a:extLst>
          </p:spPr>
        </p:sp>
        <p:sp>
          <p:nvSpPr>
            <p:cNvPr id="114" name="Freeform 22">
              <a:extLst>
                <a:ext uri="{FF2B5EF4-FFF2-40B4-BE49-F238E27FC236}">
                  <a16:creationId xmlns:a16="http://schemas.microsoft.com/office/drawing/2014/main" id="{92B0BB5B-58FA-47AA-A7CF-6811E1B03C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sp>
        <p:sp>
          <p:nvSpPr>
            <p:cNvPr id="115" name="Freeform 23">
              <a:extLst>
                <a:ext uri="{FF2B5EF4-FFF2-40B4-BE49-F238E27FC236}">
                  <a16:creationId xmlns:a16="http://schemas.microsoft.com/office/drawing/2014/main" id="{5540DDDF-6A7E-4CE4-905A-8D4B83A070E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sp>
        <p:sp>
          <p:nvSpPr>
            <p:cNvPr id="116" name="Freeform 24">
              <a:extLst>
                <a:ext uri="{FF2B5EF4-FFF2-40B4-BE49-F238E27FC236}">
                  <a16:creationId xmlns:a16="http://schemas.microsoft.com/office/drawing/2014/main" id="{809F7269-5CA1-46CB-948C-13787BC475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sp>
        <p:sp>
          <p:nvSpPr>
            <p:cNvPr id="117" name="Freeform 25">
              <a:extLst>
                <a:ext uri="{FF2B5EF4-FFF2-40B4-BE49-F238E27FC236}">
                  <a16:creationId xmlns:a16="http://schemas.microsoft.com/office/drawing/2014/main" id="{3709D6DA-015F-4C16-94DD-ABEEA131AF4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sp>
        <p:sp>
          <p:nvSpPr>
            <p:cNvPr id="118" name="Freeform 26">
              <a:extLst>
                <a:ext uri="{FF2B5EF4-FFF2-40B4-BE49-F238E27FC236}">
                  <a16:creationId xmlns:a16="http://schemas.microsoft.com/office/drawing/2014/main" id="{8B93C08E-CD79-46A8-BA96-3702505C4D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sp>
        <p:sp>
          <p:nvSpPr>
            <p:cNvPr id="119" name="Freeform 27">
              <a:extLst>
                <a:ext uri="{FF2B5EF4-FFF2-40B4-BE49-F238E27FC236}">
                  <a16:creationId xmlns:a16="http://schemas.microsoft.com/office/drawing/2014/main" id="{04FE9491-C10F-4913-B24A-676F284C16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sp>
        <p:sp>
          <p:nvSpPr>
            <p:cNvPr id="120" name="Freeform 28">
              <a:extLst>
                <a:ext uri="{FF2B5EF4-FFF2-40B4-BE49-F238E27FC236}">
                  <a16:creationId xmlns:a16="http://schemas.microsoft.com/office/drawing/2014/main" id="{913C482B-C5FC-45AD-8C72-73C16C93957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sp>
        <p:sp>
          <p:nvSpPr>
            <p:cNvPr id="121" name="Freeform 29">
              <a:extLst>
                <a:ext uri="{FF2B5EF4-FFF2-40B4-BE49-F238E27FC236}">
                  <a16:creationId xmlns:a16="http://schemas.microsoft.com/office/drawing/2014/main" id="{6C188634-D7BC-4AA4-AE9A-84AD81BBAC1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sp>
        <p:sp>
          <p:nvSpPr>
            <p:cNvPr id="122" name="Freeform 30">
              <a:extLst>
                <a:ext uri="{FF2B5EF4-FFF2-40B4-BE49-F238E27FC236}">
                  <a16:creationId xmlns:a16="http://schemas.microsoft.com/office/drawing/2014/main" id="{8E7875E7-9177-4B5A-9E27-0112064F80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sp>
        <p:sp>
          <p:nvSpPr>
            <p:cNvPr id="123" name="Freeform 31">
              <a:extLst>
                <a:ext uri="{FF2B5EF4-FFF2-40B4-BE49-F238E27FC236}">
                  <a16:creationId xmlns:a16="http://schemas.microsoft.com/office/drawing/2014/main" id="{59B8ABC3-D670-4736-84AB-C73CA4B1960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sp>
      </p:grpSp>
      <p:pic>
        <p:nvPicPr>
          <p:cNvPr id="125" name="Picture 2">
            <a:extLst>
              <a:ext uri="{FF2B5EF4-FFF2-40B4-BE49-F238E27FC236}">
                <a16:creationId xmlns:a16="http://schemas.microsoft.com/office/drawing/2014/main" id="{FD8ABCF5-CC25-4369-8CA0-1016BADA2EC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rcRect/>
          <a:stretch>
            <a:fillRect/>
          </a:stretch>
        </p:blipFill>
        <p:spPr bwMode="auto">
          <a:xfrm>
            <a:off x="1190" y="-2"/>
            <a:ext cx="4061525" cy="6858001"/>
          </a:xfrm>
          <a:prstGeom prst="rect">
            <a:avLst/>
          </a:prstGeom>
          <a:extLst>
            <a:ext uri="{909E8E84-426E-40dd-AFC4-6F175D3DCCD1}">
              <a14:hiddenFill xmlns:a14="http://schemas.microsoft.com/office/drawing/2010/main" xmlns:dgm="http://schemas.openxmlformats.org/drawingml/2006/diagram" xmlns:p14="http://schemas.microsoft.com/office/powerpoint/2010/main" xmlns:a16="http://schemas.microsoft.com/office/drawing/2014/main" xmlns="">
                <a:solidFill>
                  <a:srgbClr val="FFFFFF"/>
                </a:solidFill>
              </a14:hiddenFill>
            </a:ext>
          </a:extLst>
        </p:spPr>
      </p:pic>
      <p:sp>
        <p:nvSpPr>
          <p:cNvPr id="127" name="Rectangle 126">
            <a:extLst>
              <a:ext uri="{FF2B5EF4-FFF2-40B4-BE49-F238E27FC236}">
                <a16:creationId xmlns:a16="http://schemas.microsoft.com/office/drawing/2014/main" id="{9A6CAB08-AD55-4410-9A2A-31FA98F247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853"/>
            <a:ext cx="4055621" cy="6858000"/>
          </a:xfrm>
          <a:prstGeom prst="rect">
            <a:avLst/>
          </a:prstGeom>
          <a:ln>
            <a:noFill/>
          </a:ln>
          <a:effectLst>
            <a:outerShdw blurRad="76200" dist="38100" algn="l" rotWithShape="0">
              <a:prstClr val="black">
                <a:alpha val="37000"/>
              </a:prstClr>
            </a:outerShdw>
          </a:effectLst>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grpSp>
        <p:nvGrpSpPr>
          <p:cNvPr id="129" name="Group 128">
            <a:extLst>
              <a:ext uri="{FF2B5EF4-FFF2-40B4-BE49-F238E27FC236}">
                <a16:creationId xmlns:a16="http://schemas.microsoft.com/office/drawing/2014/main" id="{652DAC3A-4FD0-4A8F-92B6-435AA80392D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90" y="-9998"/>
            <a:ext cx="1220788" cy="6858001"/>
            <a:chOff x="-14288" y="0"/>
            <a:chExt cx="1220788" cy="6858001"/>
          </a:xfrm>
          <a:gradFill flip="none" rotWithShape="1">
            <a:gsLst>
              <a:gs pos="0">
                <a:schemeClr val="bg2"/>
              </a:gs>
              <a:gs pos="100000">
                <a:schemeClr val="tx2">
                  <a:lumMod val="60000"/>
                  <a:lumOff val="40000"/>
                </a:schemeClr>
              </a:gs>
            </a:gsLst>
            <a:lin ang="5400000" scaled="0"/>
            <a:tileRect/>
          </a:gradFill>
        </p:grpSpPr>
        <p:sp>
          <p:nvSpPr>
            <p:cNvPr id="130" name="Rectangle 5">
              <a:extLst>
                <a:ext uri="{FF2B5EF4-FFF2-40B4-BE49-F238E27FC236}">
                  <a16:creationId xmlns:a16="http://schemas.microsoft.com/office/drawing/2014/main" id="{B9D64E40-B368-413D-8A3E-FFCAA54D281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miter lim="800000"/>
                  <a:headEnd/>
                  <a:tailEnd/>
                </a14:hiddenLine>
              </a:ext>
            </a:extLst>
          </p:spPr>
        </p:sp>
        <p:sp>
          <p:nvSpPr>
            <p:cNvPr id="131" name="Freeform 6">
              <a:extLst>
                <a:ext uri="{FF2B5EF4-FFF2-40B4-BE49-F238E27FC236}">
                  <a16:creationId xmlns:a16="http://schemas.microsoft.com/office/drawing/2014/main" id="{5E116B13-6012-4840-AA3B-C716469FB5B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sp>
        <p:sp>
          <p:nvSpPr>
            <p:cNvPr id="132" name="Freeform 7">
              <a:extLst>
                <a:ext uri="{FF2B5EF4-FFF2-40B4-BE49-F238E27FC236}">
                  <a16:creationId xmlns:a16="http://schemas.microsoft.com/office/drawing/2014/main" id="{2EB1A2A7-7168-4A40-A825-DFEAE52C4D0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sp>
        <p:sp>
          <p:nvSpPr>
            <p:cNvPr id="133" name="Freeform 8">
              <a:extLst>
                <a:ext uri="{FF2B5EF4-FFF2-40B4-BE49-F238E27FC236}">
                  <a16:creationId xmlns:a16="http://schemas.microsoft.com/office/drawing/2014/main" id="{90019991-73F1-47C6-A7D4-A9D2631279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sp>
        <p:sp>
          <p:nvSpPr>
            <p:cNvPr id="134" name="Freeform 9">
              <a:extLst>
                <a:ext uri="{FF2B5EF4-FFF2-40B4-BE49-F238E27FC236}">
                  <a16:creationId xmlns:a16="http://schemas.microsoft.com/office/drawing/2014/main" id="{916C4EC5-59EA-4C75-AF70-4873CD11574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sp>
        <p:sp>
          <p:nvSpPr>
            <p:cNvPr id="135" name="Freeform 10">
              <a:extLst>
                <a:ext uri="{FF2B5EF4-FFF2-40B4-BE49-F238E27FC236}">
                  <a16:creationId xmlns:a16="http://schemas.microsoft.com/office/drawing/2014/main" id="{C8961F09-0B82-40F7-B928-E5AF339306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sp>
        <p:sp>
          <p:nvSpPr>
            <p:cNvPr id="136" name="Freeform 11">
              <a:extLst>
                <a:ext uri="{FF2B5EF4-FFF2-40B4-BE49-F238E27FC236}">
                  <a16:creationId xmlns:a16="http://schemas.microsoft.com/office/drawing/2014/main" id="{F71479E5-D9A2-476B-B2D2-F67D3478CD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sp>
        <p:sp>
          <p:nvSpPr>
            <p:cNvPr id="137" name="Freeform 12">
              <a:extLst>
                <a:ext uri="{FF2B5EF4-FFF2-40B4-BE49-F238E27FC236}">
                  <a16:creationId xmlns:a16="http://schemas.microsoft.com/office/drawing/2014/main" id="{D6720850-6192-469B-B9BF-FB50183515D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sp>
        <p:sp>
          <p:nvSpPr>
            <p:cNvPr id="138" name="Freeform 13">
              <a:extLst>
                <a:ext uri="{FF2B5EF4-FFF2-40B4-BE49-F238E27FC236}">
                  <a16:creationId xmlns:a16="http://schemas.microsoft.com/office/drawing/2014/main" id="{C431C61F-33D7-4D0A-BBD2-B0FD71E6963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sp>
        <p:sp>
          <p:nvSpPr>
            <p:cNvPr id="139" name="Freeform 14">
              <a:extLst>
                <a:ext uri="{FF2B5EF4-FFF2-40B4-BE49-F238E27FC236}">
                  <a16:creationId xmlns:a16="http://schemas.microsoft.com/office/drawing/2014/main" id="{7EE14CC4-51E1-47A6-8808-25ED854E35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sp>
        <p:sp>
          <p:nvSpPr>
            <p:cNvPr id="140" name="Freeform 15">
              <a:extLst>
                <a:ext uri="{FF2B5EF4-FFF2-40B4-BE49-F238E27FC236}">
                  <a16:creationId xmlns:a16="http://schemas.microsoft.com/office/drawing/2014/main" id="{38A3C423-01E5-46A5-85C7-AC8ADCEEE55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sp>
        <p:sp>
          <p:nvSpPr>
            <p:cNvPr id="141" name="Line 16">
              <a:extLst>
                <a:ext uri="{FF2B5EF4-FFF2-40B4-BE49-F238E27FC236}">
                  <a16:creationId xmlns:a16="http://schemas.microsoft.com/office/drawing/2014/main" id="{041BAF2E-E821-41EC-A7B2-BEB2E18338FE}"/>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sp>
        <p:sp>
          <p:nvSpPr>
            <p:cNvPr id="142" name="Freeform 17">
              <a:extLst>
                <a:ext uri="{FF2B5EF4-FFF2-40B4-BE49-F238E27FC236}">
                  <a16:creationId xmlns:a16="http://schemas.microsoft.com/office/drawing/2014/main" id="{1A05FB87-BE4B-4B1B-9A30-A3B243756A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sp>
        <p:sp>
          <p:nvSpPr>
            <p:cNvPr id="143" name="Freeform 18">
              <a:extLst>
                <a:ext uri="{FF2B5EF4-FFF2-40B4-BE49-F238E27FC236}">
                  <a16:creationId xmlns:a16="http://schemas.microsoft.com/office/drawing/2014/main" id="{75C9AE77-A22A-4D13-B947-08FBC68037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sp>
        <p:sp>
          <p:nvSpPr>
            <p:cNvPr id="144" name="Freeform 19">
              <a:extLst>
                <a:ext uri="{FF2B5EF4-FFF2-40B4-BE49-F238E27FC236}">
                  <a16:creationId xmlns:a16="http://schemas.microsoft.com/office/drawing/2014/main" id="{E7BB7678-664B-4C81-B9BC-9B2C5D7E84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sp>
        <p:sp>
          <p:nvSpPr>
            <p:cNvPr id="145" name="Freeform 20">
              <a:extLst>
                <a:ext uri="{FF2B5EF4-FFF2-40B4-BE49-F238E27FC236}">
                  <a16:creationId xmlns:a16="http://schemas.microsoft.com/office/drawing/2014/main" id="{1EA72C94-7B99-4B7C-BBD6-184C1DBEEDA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sp>
        <p:sp>
          <p:nvSpPr>
            <p:cNvPr id="146" name="Rectangle 21">
              <a:extLst>
                <a:ext uri="{FF2B5EF4-FFF2-40B4-BE49-F238E27FC236}">
                  <a16:creationId xmlns:a16="http://schemas.microsoft.com/office/drawing/2014/main" id="{01875D0F-2424-4389-BB79-B7877502E248}"/>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miter lim="800000"/>
                  <a:headEnd/>
                  <a:tailEnd/>
                </a14:hiddenLine>
              </a:ext>
            </a:extLst>
          </p:spPr>
        </p:sp>
        <p:sp>
          <p:nvSpPr>
            <p:cNvPr id="147" name="Freeform 22">
              <a:extLst>
                <a:ext uri="{FF2B5EF4-FFF2-40B4-BE49-F238E27FC236}">
                  <a16:creationId xmlns:a16="http://schemas.microsoft.com/office/drawing/2014/main" id="{927F5A31-C681-4932-BEFD-B223D6F201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sp>
        <p:sp>
          <p:nvSpPr>
            <p:cNvPr id="148" name="Freeform 23">
              <a:extLst>
                <a:ext uri="{FF2B5EF4-FFF2-40B4-BE49-F238E27FC236}">
                  <a16:creationId xmlns:a16="http://schemas.microsoft.com/office/drawing/2014/main" id="{DAD9D8E8-3E55-4DDA-80B0-6508DFC58C3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sp>
        <p:sp>
          <p:nvSpPr>
            <p:cNvPr id="149" name="Freeform 24">
              <a:extLst>
                <a:ext uri="{FF2B5EF4-FFF2-40B4-BE49-F238E27FC236}">
                  <a16:creationId xmlns:a16="http://schemas.microsoft.com/office/drawing/2014/main" id="{D22A1C63-7C05-4DA9-8684-DC69A5D992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sp>
        <p:sp>
          <p:nvSpPr>
            <p:cNvPr id="150" name="Freeform 25">
              <a:extLst>
                <a:ext uri="{FF2B5EF4-FFF2-40B4-BE49-F238E27FC236}">
                  <a16:creationId xmlns:a16="http://schemas.microsoft.com/office/drawing/2014/main" id="{A8B355B6-F766-4BB2-A54B-CE32BC49A91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sp>
        <p:sp>
          <p:nvSpPr>
            <p:cNvPr id="151" name="Freeform 26">
              <a:extLst>
                <a:ext uri="{FF2B5EF4-FFF2-40B4-BE49-F238E27FC236}">
                  <a16:creationId xmlns:a16="http://schemas.microsoft.com/office/drawing/2014/main" id="{D8DD30D1-F2F5-4FCF-889A-5AC14EFF68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sp>
        <p:sp>
          <p:nvSpPr>
            <p:cNvPr id="152" name="Freeform 27">
              <a:extLst>
                <a:ext uri="{FF2B5EF4-FFF2-40B4-BE49-F238E27FC236}">
                  <a16:creationId xmlns:a16="http://schemas.microsoft.com/office/drawing/2014/main" id="{CB2B0458-507D-43E8-B56C-F0CED4CAF2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sp>
        <p:sp>
          <p:nvSpPr>
            <p:cNvPr id="153" name="Freeform 28">
              <a:extLst>
                <a:ext uri="{FF2B5EF4-FFF2-40B4-BE49-F238E27FC236}">
                  <a16:creationId xmlns:a16="http://schemas.microsoft.com/office/drawing/2014/main" id="{7675565E-26DD-486E-B047-99568C1FF2F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sp>
        <p:sp>
          <p:nvSpPr>
            <p:cNvPr id="154" name="Freeform 29">
              <a:extLst>
                <a:ext uri="{FF2B5EF4-FFF2-40B4-BE49-F238E27FC236}">
                  <a16:creationId xmlns:a16="http://schemas.microsoft.com/office/drawing/2014/main" id="{5434B238-B1E6-469A-9A4E-26CC34BC3BE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sp>
        <p:sp>
          <p:nvSpPr>
            <p:cNvPr id="155" name="Freeform 30">
              <a:extLst>
                <a:ext uri="{FF2B5EF4-FFF2-40B4-BE49-F238E27FC236}">
                  <a16:creationId xmlns:a16="http://schemas.microsoft.com/office/drawing/2014/main" id="{06B74BB5-A917-465D-92AF-7A24D0854E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sp>
        <p:sp>
          <p:nvSpPr>
            <p:cNvPr id="156" name="Freeform 31">
              <a:extLst>
                <a:ext uri="{FF2B5EF4-FFF2-40B4-BE49-F238E27FC236}">
                  <a16:creationId xmlns:a16="http://schemas.microsoft.com/office/drawing/2014/main" id="{CADDD9FF-E0DA-4B0B-8004-2BDB7DA2649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sp>
      </p:grpSp>
      <p:pic>
        <p:nvPicPr>
          <p:cNvPr id="158" name="Picture 2">
            <a:extLst>
              <a:ext uri="{FF2B5EF4-FFF2-40B4-BE49-F238E27FC236}">
                <a16:creationId xmlns:a16="http://schemas.microsoft.com/office/drawing/2014/main" id="{CB54E949-8598-44D5-95F6-C31D8E65002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1190" y="-13238"/>
            <a:ext cx="4062718" cy="6858001"/>
          </a:xfrm>
          <a:prstGeom prst="rect">
            <a:avLst/>
          </a:prstGeom>
          <a:noFill/>
          <a:extLst>
            <a:ext uri="{909E8E84-426E-40dd-AFC4-6F175D3DCCD1}">
              <a14:hiddenFill xmlns:a14="http://schemas.microsoft.com/office/drawing/2010/main" xmlns:dgm="http://schemas.openxmlformats.org/drawingml/2006/diagram" xmlns:p14="http://schemas.microsoft.com/office/powerpoint/2010/main" xmlns:a16="http://schemas.microsoft.com/office/drawing/2014/main" xmlns="">
                <a:solidFill>
                  <a:srgbClr val="FFFFFF"/>
                </a:solidFill>
              </a14:hiddenFill>
            </a:ext>
          </a:extLst>
        </p:spPr>
      </p:pic>
      <p:graphicFrame>
        <p:nvGraphicFramePr>
          <p:cNvPr id="6" name="TextBox 1">
            <a:extLst>
              <a:ext uri="{FF2B5EF4-FFF2-40B4-BE49-F238E27FC236}">
                <a16:creationId xmlns:a16="http://schemas.microsoft.com/office/drawing/2014/main" id="{CC278DD1-0F06-9022-AC2F-79C23166F65A}"/>
              </a:ext>
            </a:extLst>
          </p:cNvPr>
          <p:cNvGraphicFramePr/>
          <p:nvPr>
            <p:extLst>
              <p:ext uri="{D42A27DB-BD31-4B8C-83A1-F6EECF244321}">
                <p14:modId xmlns:p14="http://schemas.microsoft.com/office/powerpoint/2010/main" val="2253523669"/>
              </p:ext>
            </p:extLst>
          </p:nvPr>
        </p:nvGraphicFramePr>
        <p:xfrm>
          <a:off x="4662189" y="512762"/>
          <a:ext cx="6692748" cy="60928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81581291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82000"/>
                <a:satMod val="150000"/>
                <a:lumMod val="160000"/>
              </a:schemeClr>
            </a:duotone>
          </a:blip>
          <a:stretch/>
        </a:blipFill>
        <a:effectLst/>
      </p:bgPr>
    </p:bg>
    <p:spTree>
      <p:nvGrpSpPr>
        <p:cNvPr id="1" name=""/>
        <p:cNvGrpSpPr/>
        <p:nvPr/>
      </p:nvGrpSpPr>
      <p:grpSpPr>
        <a:xfrm>
          <a:off x="0" y="0"/>
          <a:ext cx="0" cy="0"/>
          <a:chOff x="0" y="0"/>
          <a:chExt cx="0" cy="0"/>
        </a:xfrm>
      </p:grpSpPr>
      <p:pic>
        <p:nvPicPr>
          <p:cNvPr id="8" name="Picture 2">
            <a:extLst>
              <a:ext uri="{FF2B5EF4-FFF2-40B4-BE49-F238E27FC236}">
                <a16:creationId xmlns:a16="http://schemas.microsoft.com/office/drawing/2014/main" id="{3EF0702B-8BDA-49B2-9FB5-FAEFBAAD265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6="http://schemas.microsoft.com/office/drawing/2014/main" xmlns:a14="http://schemas.microsoft.com/office/drawing/2010/main" xmlns:p14="http://schemas.microsoft.com/office/powerpoint/2010/main">
                <a:solidFill>
                  <a:srgbClr val="FFFFFF"/>
                </a:solidFill>
              </a14:hiddenFill>
            </a:ext>
          </a:extLst>
        </p:spPr>
      </p:pic>
      <p:grpSp>
        <p:nvGrpSpPr>
          <p:cNvPr id="10" name="Group 9">
            <a:extLst>
              <a:ext uri="{FF2B5EF4-FFF2-40B4-BE49-F238E27FC236}">
                <a16:creationId xmlns:a16="http://schemas.microsoft.com/office/drawing/2014/main" id="{9D8D9FF3-B837-4563-BBDD-397FAC4FDAF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053888" cy="6858001"/>
            <a:chOff x="-14288" y="0"/>
            <a:chExt cx="12053888" cy="6858001"/>
          </a:xfrm>
        </p:grpSpPr>
        <p:grpSp>
          <p:nvGrpSpPr>
            <p:cNvPr id="11" name="Group 10">
              <a:extLst>
                <a:ext uri="{FF2B5EF4-FFF2-40B4-BE49-F238E27FC236}">
                  <a16:creationId xmlns:a16="http://schemas.microsoft.com/office/drawing/2014/main" id="{724185D4-BA0D-4936-9FD1-DAFC9F2D4FBD}"/>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3" name="Rectangle 5">
                <a:extLst>
                  <a:ext uri="{FF2B5EF4-FFF2-40B4-BE49-F238E27FC236}">
                    <a16:creationId xmlns:a16="http://schemas.microsoft.com/office/drawing/2014/main" id="{88C0A3E2-2EF8-4B78-924A-4CE18DC2E1F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sp>
          <p:sp>
            <p:nvSpPr>
              <p:cNvPr id="24" name="Freeform 6">
                <a:extLst>
                  <a:ext uri="{FF2B5EF4-FFF2-40B4-BE49-F238E27FC236}">
                    <a16:creationId xmlns:a16="http://schemas.microsoft.com/office/drawing/2014/main" id="{FC28307F-5603-45B4-811B-D1FDA9AC749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25" name="Freeform 7">
                <a:extLst>
                  <a:ext uri="{FF2B5EF4-FFF2-40B4-BE49-F238E27FC236}">
                    <a16:creationId xmlns:a16="http://schemas.microsoft.com/office/drawing/2014/main" id="{69FD485A-59BE-46AD-AF37-77821F8F7F3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26" name="Freeform 8">
                <a:extLst>
                  <a:ext uri="{FF2B5EF4-FFF2-40B4-BE49-F238E27FC236}">
                    <a16:creationId xmlns:a16="http://schemas.microsoft.com/office/drawing/2014/main" id="{BDFEA793-B98A-4CAB-A0D5-2B470E05F9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27" name="Freeform 9">
                <a:extLst>
                  <a:ext uri="{FF2B5EF4-FFF2-40B4-BE49-F238E27FC236}">
                    <a16:creationId xmlns:a16="http://schemas.microsoft.com/office/drawing/2014/main" id="{EE25D0AE-3B13-4655-A294-EF0D78F1227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28" name="Freeform 10">
                <a:extLst>
                  <a:ext uri="{FF2B5EF4-FFF2-40B4-BE49-F238E27FC236}">
                    <a16:creationId xmlns:a16="http://schemas.microsoft.com/office/drawing/2014/main" id="{23C38D80-292F-43A1-B89C-E624D0BF8B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29" name="Freeform 11">
                <a:extLst>
                  <a:ext uri="{FF2B5EF4-FFF2-40B4-BE49-F238E27FC236}">
                    <a16:creationId xmlns:a16="http://schemas.microsoft.com/office/drawing/2014/main" id="{E2B5219E-9DCD-4C4B-991C-FC45DFCD14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30" name="Freeform 12">
                <a:extLst>
                  <a:ext uri="{FF2B5EF4-FFF2-40B4-BE49-F238E27FC236}">
                    <a16:creationId xmlns:a16="http://schemas.microsoft.com/office/drawing/2014/main" id="{A30E8782-7DF6-427A-9A2A-702365C0EC7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31" name="Freeform 13">
                <a:extLst>
                  <a:ext uri="{FF2B5EF4-FFF2-40B4-BE49-F238E27FC236}">
                    <a16:creationId xmlns:a16="http://schemas.microsoft.com/office/drawing/2014/main" id="{FE1B06CA-5BA9-45ED-B3C6-CAE40B8E23C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32" name="Freeform 14">
                <a:extLst>
                  <a:ext uri="{FF2B5EF4-FFF2-40B4-BE49-F238E27FC236}">
                    <a16:creationId xmlns:a16="http://schemas.microsoft.com/office/drawing/2014/main" id="{C52909D3-C19E-4F06-A560-2D2DD63235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33" name="Freeform 15">
                <a:extLst>
                  <a:ext uri="{FF2B5EF4-FFF2-40B4-BE49-F238E27FC236}">
                    <a16:creationId xmlns:a16="http://schemas.microsoft.com/office/drawing/2014/main" id="{C6838D4B-DA22-4462-9CE0-E01E48BA918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34" name="Line 16">
                <a:extLst>
                  <a:ext uri="{FF2B5EF4-FFF2-40B4-BE49-F238E27FC236}">
                    <a16:creationId xmlns:a16="http://schemas.microsoft.com/office/drawing/2014/main" id="{AE0BE66B-3C19-4B17-AD92-0BC90461D639}"/>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sp>
          <p:sp>
            <p:nvSpPr>
              <p:cNvPr id="35" name="Freeform 17">
                <a:extLst>
                  <a:ext uri="{FF2B5EF4-FFF2-40B4-BE49-F238E27FC236}">
                    <a16:creationId xmlns:a16="http://schemas.microsoft.com/office/drawing/2014/main" id="{AD0FA87C-8F9F-421D-BD98-51D6F78A02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36" name="Freeform 18">
                <a:extLst>
                  <a:ext uri="{FF2B5EF4-FFF2-40B4-BE49-F238E27FC236}">
                    <a16:creationId xmlns:a16="http://schemas.microsoft.com/office/drawing/2014/main" id="{D1CCD0AA-AEA4-4E75-B606-ED77C1354D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37" name="Freeform 19">
                <a:extLst>
                  <a:ext uri="{FF2B5EF4-FFF2-40B4-BE49-F238E27FC236}">
                    <a16:creationId xmlns:a16="http://schemas.microsoft.com/office/drawing/2014/main" id="{AE2D1BCE-E4E7-47AB-BE42-82509939EF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38" name="Freeform 20">
                <a:extLst>
                  <a:ext uri="{FF2B5EF4-FFF2-40B4-BE49-F238E27FC236}">
                    <a16:creationId xmlns:a16="http://schemas.microsoft.com/office/drawing/2014/main" id="{473D3523-AEDD-4EE1-A0AD-58CA27B877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39" name="Rectangle 21">
                <a:extLst>
                  <a:ext uri="{FF2B5EF4-FFF2-40B4-BE49-F238E27FC236}">
                    <a16:creationId xmlns:a16="http://schemas.microsoft.com/office/drawing/2014/main" id="{544D95D4-2423-4287-B761-407A6573A080}"/>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sp>
          <p:sp>
            <p:nvSpPr>
              <p:cNvPr id="40" name="Freeform 22">
                <a:extLst>
                  <a:ext uri="{FF2B5EF4-FFF2-40B4-BE49-F238E27FC236}">
                    <a16:creationId xmlns:a16="http://schemas.microsoft.com/office/drawing/2014/main" id="{7B471CBE-8098-4218-9F7A-6F1CBD1C3F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41" name="Freeform 23">
                <a:extLst>
                  <a:ext uri="{FF2B5EF4-FFF2-40B4-BE49-F238E27FC236}">
                    <a16:creationId xmlns:a16="http://schemas.microsoft.com/office/drawing/2014/main" id="{F846011B-9AD7-4FD0-B6C2-5305FEA5F49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42" name="Freeform 24">
                <a:extLst>
                  <a:ext uri="{FF2B5EF4-FFF2-40B4-BE49-F238E27FC236}">
                    <a16:creationId xmlns:a16="http://schemas.microsoft.com/office/drawing/2014/main" id="{D865D67E-FECF-4D91-B760-03E7FDD77A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43" name="Freeform 25">
                <a:extLst>
                  <a:ext uri="{FF2B5EF4-FFF2-40B4-BE49-F238E27FC236}">
                    <a16:creationId xmlns:a16="http://schemas.microsoft.com/office/drawing/2014/main" id="{4BC160F1-DA26-4D45-85A9-9F848ED55B2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44" name="Freeform 26">
                <a:extLst>
                  <a:ext uri="{FF2B5EF4-FFF2-40B4-BE49-F238E27FC236}">
                    <a16:creationId xmlns:a16="http://schemas.microsoft.com/office/drawing/2014/main" id="{D94B6483-65D5-4965-AE49-E65F7112BA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45" name="Freeform 27">
                <a:extLst>
                  <a:ext uri="{FF2B5EF4-FFF2-40B4-BE49-F238E27FC236}">
                    <a16:creationId xmlns:a16="http://schemas.microsoft.com/office/drawing/2014/main" id="{1DACBD0F-F55C-49F2-BB15-E050ED16FE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46" name="Freeform 28">
                <a:extLst>
                  <a:ext uri="{FF2B5EF4-FFF2-40B4-BE49-F238E27FC236}">
                    <a16:creationId xmlns:a16="http://schemas.microsoft.com/office/drawing/2014/main" id="{BC0FA2EE-3EF5-41AD-9BCC-4BD4066F21E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47" name="Freeform 29">
                <a:extLst>
                  <a:ext uri="{FF2B5EF4-FFF2-40B4-BE49-F238E27FC236}">
                    <a16:creationId xmlns:a16="http://schemas.microsoft.com/office/drawing/2014/main" id="{66313D2E-7E8B-424D-8808-5A952762DD1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48" name="Freeform 30">
                <a:extLst>
                  <a:ext uri="{FF2B5EF4-FFF2-40B4-BE49-F238E27FC236}">
                    <a16:creationId xmlns:a16="http://schemas.microsoft.com/office/drawing/2014/main" id="{F4A99A13-FD75-4F56-A5F9-54E5807E5D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49" name="Freeform 31">
                <a:extLst>
                  <a:ext uri="{FF2B5EF4-FFF2-40B4-BE49-F238E27FC236}">
                    <a16:creationId xmlns:a16="http://schemas.microsoft.com/office/drawing/2014/main" id="{808E31E1-F7AD-4A81-8FD3-806FF7B69D2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grpSp>
        <p:grpSp>
          <p:nvGrpSpPr>
            <p:cNvPr id="12" name="Group 11">
              <a:extLst>
                <a:ext uri="{FF2B5EF4-FFF2-40B4-BE49-F238E27FC236}">
                  <a16:creationId xmlns:a16="http://schemas.microsoft.com/office/drawing/2014/main" id="{38424CA8-1819-45B9-9FA4-FA97F277502D}"/>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3" name="Freeform 32">
                <a:extLst>
                  <a:ext uri="{FF2B5EF4-FFF2-40B4-BE49-F238E27FC236}">
                    <a16:creationId xmlns:a16="http://schemas.microsoft.com/office/drawing/2014/main" id="{1A2DDE80-0145-4EFF-84F1-FFD7B2AC1D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14" name="Freeform 33">
                <a:extLst>
                  <a:ext uri="{FF2B5EF4-FFF2-40B4-BE49-F238E27FC236}">
                    <a16:creationId xmlns:a16="http://schemas.microsoft.com/office/drawing/2014/main" id="{1F71CC74-5030-4F80-BFFA-228D1A010CA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15" name="Freeform 34">
                <a:extLst>
                  <a:ext uri="{FF2B5EF4-FFF2-40B4-BE49-F238E27FC236}">
                    <a16:creationId xmlns:a16="http://schemas.microsoft.com/office/drawing/2014/main" id="{27BB5C15-D356-4178-BF59-F5F0771737A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16" name="Freeform 35">
                <a:extLst>
                  <a:ext uri="{FF2B5EF4-FFF2-40B4-BE49-F238E27FC236}">
                    <a16:creationId xmlns:a16="http://schemas.microsoft.com/office/drawing/2014/main" id="{2700F8A0-067E-4788-A2D8-C429B70F51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17" name="Freeform 36">
                <a:extLst>
                  <a:ext uri="{FF2B5EF4-FFF2-40B4-BE49-F238E27FC236}">
                    <a16:creationId xmlns:a16="http://schemas.microsoft.com/office/drawing/2014/main" id="{73E624AE-B247-4560-A06C-B614B831B78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18" name="Freeform 37">
                <a:extLst>
                  <a:ext uri="{FF2B5EF4-FFF2-40B4-BE49-F238E27FC236}">
                    <a16:creationId xmlns:a16="http://schemas.microsoft.com/office/drawing/2014/main" id="{BD34E5F9-A598-428D-9A27-0BDF94519A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19" name="Freeform 38">
                <a:extLst>
                  <a:ext uri="{FF2B5EF4-FFF2-40B4-BE49-F238E27FC236}">
                    <a16:creationId xmlns:a16="http://schemas.microsoft.com/office/drawing/2014/main" id="{C93F07E1-E991-48B7-ABD5-6D145A4B5FE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20" name="Freeform 39">
                <a:extLst>
                  <a:ext uri="{FF2B5EF4-FFF2-40B4-BE49-F238E27FC236}">
                    <a16:creationId xmlns:a16="http://schemas.microsoft.com/office/drawing/2014/main" id="{ECBD8DC9-06EC-452D-B7F6-A6F5902874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21" name="Freeform 40">
                <a:extLst>
                  <a:ext uri="{FF2B5EF4-FFF2-40B4-BE49-F238E27FC236}">
                    <a16:creationId xmlns:a16="http://schemas.microsoft.com/office/drawing/2014/main" id="{B6A9688A-5360-4512-BCAF-ACB027A176A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22" name="Rectangle 41">
                <a:extLst>
                  <a:ext uri="{FF2B5EF4-FFF2-40B4-BE49-F238E27FC236}">
                    <a16:creationId xmlns:a16="http://schemas.microsoft.com/office/drawing/2014/main" id="{22DD5AF5-A34B-4E01-AAB8-94FFC93E458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sp>
        </p:grpSp>
      </p:grpSp>
      <p:grpSp>
        <p:nvGrpSpPr>
          <p:cNvPr id="51" name="Group 50">
            <a:extLst>
              <a:ext uri="{FF2B5EF4-FFF2-40B4-BE49-F238E27FC236}">
                <a16:creationId xmlns:a16="http://schemas.microsoft.com/office/drawing/2014/main" id="{CA4BA62A-90C3-46AC-ABF1-DB389760F9D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
            <a:ext cx="12192003" cy="6858001"/>
            <a:chOff x="0" y="-1"/>
            <a:chExt cx="12192003" cy="6858001"/>
          </a:xfrm>
        </p:grpSpPr>
        <p:sp useBgFill="1">
          <p:nvSpPr>
            <p:cNvPr id="52" name="Rectangle 51">
              <a:extLst>
                <a:ext uri="{FF2B5EF4-FFF2-40B4-BE49-F238E27FC236}">
                  <a16:creationId xmlns:a16="http://schemas.microsoft.com/office/drawing/2014/main" id="{8308F883-1FF9-4FB4-B09D-354C5819AA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3" name="Picture 2">
              <a:extLst>
                <a:ext uri="{FF2B5EF4-FFF2-40B4-BE49-F238E27FC236}">
                  <a16:creationId xmlns:a16="http://schemas.microsoft.com/office/drawing/2014/main" id="{247AA389-59A7-40B9-9A8D-BD7594E8B6E8}"/>
                </a:ext>
                <a:ext uri="{C183D7F6-B498-43B3-948B-1728B52AA6E4}">
                  <adec:decorative xmlns:adec="http://schemas.microsoft.com/office/drawing/2017/decorative" val="1"/>
                </a:ext>
              </a:extLst>
            </p:cNvPr>
            <p:cNvPicPr>
              <a:picLocks noChangeAspect="1" noChangeArrowheads="1"/>
            </p:cNvPicPr>
            <p:nvPr>
              <p:extLst>
                <p:ext uri="{386F3935-93C4-4BCD-93E2-E3B085C9AB24}">
                  <p16:designElem xmlns:p16="http://schemas.microsoft.com/office/powerpoint/2015/main" val="1"/>
                </p:ext>
              </p:extLst>
            </p:nvPr>
          </p:nvPicPr>
          <p:blipFill>
            <a:blip r:embed="rId3">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6="http://schemas.microsoft.com/office/drawing/2014/main" xmlns:a14="http://schemas.microsoft.com/office/drawing/2010/main" xmlns:p14="http://schemas.microsoft.com/office/powerpoint/2010/main">
                  <a:solidFill>
                    <a:srgbClr val="FFFFFF"/>
                  </a:solidFill>
                </a14:hiddenFill>
              </a:ext>
            </a:extLst>
          </p:spPr>
        </p:pic>
      </p:grpSp>
      <p:pic>
        <p:nvPicPr>
          <p:cNvPr id="4" name="Picture 3" descr="High angle view of a rolled paper, brown notebook, and black notepad on a wooden table">
            <a:extLst>
              <a:ext uri="{FF2B5EF4-FFF2-40B4-BE49-F238E27FC236}">
                <a16:creationId xmlns:a16="http://schemas.microsoft.com/office/drawing/2014/main" id="{9F3F4D7B-AEEE-9075-7847-1492A7329DC0}"/>
              </a:ext>
            </a:extLst>
          </p:cNvPr>
          <p:cNvPicPr>
            <a:picLocks noChangeAspect="1"/>
          </p:cNvPicPr>
          <p:nvPr/>
        </p:nvPicPr>
        <p:blipFill rotWithShape="1">
          <a:blip r:embed="rId4"/>
          <a:srcRect l="1273" r="53607" b="-1"/>
          <a:stretch/>
        </p:blipFill>
        <p:spPr>
          <a:xfrm>
            <a:off x="-5597" y="10"/>
            <a:ext cx="4635583" cy="6857990"/>
          </a:xfrm>
          <a:prstGeom prst="rect">
            <a:avLst/>
          </a:prstGeom>
        </p:spPr>
      </p:pic>
      <p:grpSp>
        <p:nvGrpSpPr>
          <p:cNvPr id="55" name="Group 54">
            <a:extLst>
              <a:ext uri="{FF2B5EF4-FFF2-40B4-BE49-F238E27FC236}">
                <a16:creationId xmlns:a16="http://schemas.microsoft.com/office/drawing/2014/main" id="{799BB957-1ECA-4DD2-AF2D-84C4D94B6CD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2305051" cy="6858001"/>
            <a:chOff x="0" y="0"/>
            <a:chExt cx="2305051" cy="6858001"/>
          </a:xfrm>
          <a:solidFill>
            <a:schemeClr val="tx1">
              <a:alpha val="70000"/>
            </a:schemeClr>
          </a:solidFill>
          <a:effectLst/>
        </p:grpSpPr>
        <p:sp>
          <p:nvSpPr>
            <p:cNvPr id="56" name="Rectangle 55">
              <a:extLst>
                <a:ext uri="{FF2B5EF4-FFF2-40B4-BE49-F238E27FC236}">
                  <a16:creationId xmlns:a16="http://schemas.microsoft.com/office/drawing/2014/main" id="{70116985-07B6-4432-A7C6-129152D1B0D8}"/>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09675" y="4763"/>
              <a:ext cx="23813" cy="2181225"/>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sp>
        <p:sp>
          <p:nvSpPr>
            <p:cNvPr id="57" name="Freeform 6">
              <a:extLst>
                <a:ext uri="{FF2B5EF4-FFF2-40B4-BE49-F238E27FC236}">
                  <a16:creationId xmlns:a16="http://schemas.microsoft.com/office/drawing/2014/main" id="{3FF5C267-0D36-47E2-AF2A-8ADDA0A0C6E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58" name="Freeform 7">
              <a:extLst>
                <a:ext uri="{FF2B5EF4-FFF2-40B4-BE49-F238E27FC236}">
                  <a16:creationId xmlns:a16="http://schemas.microsoft.com/office/drawing/2014/main" id="{AC0A8A87-09EE-4153-ACBA-34BCD738F1B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59" name="Rectangle 58">
              <a:extLst>
                <a:ext uri="{FF2B5EF4-FFF2-40B4-BE49-F238E27FC236}">
                  <a16:creationId xmlns:a16="http://schemas.microsoft.com/office/drawing/2014/main" id="{E28845CA-636E-4D43-982F-60A69EBC505D}"/>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414338" y="9525"/>
              <a:ext cx="28575" cy="4481513"/>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sp>
        <p:sp>
          <p:nvSpPr>
            <p:cNvPr id="60" name="Freeform 9">
              <a:extLst>
                <a:ext uri="{FF2B5EF4-FFF2-40B4-BE49-F238E27FC236}">
                  <a16:creationId xmlns:a16="http://schemas.microsoft.com/office/drawing/2014/main" id="{46E2981B-3779-4C07-B094-022D36D78B7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61" name="Freeform 10">
              <a:extLst>
                <a:ext uri="{FF2B5EF4-FFF2-40B4-BE49-F238E27FC236}">
                  <a16:creationId xmlns:a16="http://schemas.microsoft.com/office/drawing/2014/main" id="{CF68AF7A-09BB-405A-97E2-54B6364247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62" name="Freeform 11">
              <a:extLst>
                <a:ext uri="{FF2B5EF4-FFF2-40B4-BE49-F238E27FC236}">
                  <a16:creationId xmlns:a16="http://schemas.microsoft.com/office/drawing/2014/main" id="{B0B046C9-B134-4B2D-A72D-EE8726713E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63" name="Freeform 12">
              <a:extLst>
                <a:ext uri="{FF2B5EF4-FFF2-40B4-BE49-F238E27FC236}">
                  <a16:creationId xmlns:a16="http://schemas.microsoft.com/office/drawing/2014/main" id="{7BDCF20A-0928-4450-A706-38EC67A436B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64" name="Freeform 13">
              <a:extLst>
                <a:ext uri="{FF2B5EF4-FFF2-40B4-BE49-F238E27FC236}">
                  <a16:creationId xmlns:a16="http://schemas.microsoft.com/office/drawing/2014/main" id="{0A9B8658-6A08-43AE-90A6-6DC58EE907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65" name="Freeform 14">
              <a:extLst>
                <a:ext uri="{FF2B5EF4-FFF2-40B4-BE49-F238E27FC236}">
                  <a16:creationId xmlns:a16="http://schemas.microsoft.com/office/drawing/2014/main" id="{0E09D33C-4BEF-4E3D-9D05-7C3E204AEC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66" name="Freeform 15">
              <a:extLst>
                <a:ext uri="{FF2B5EF4-FFF2-40B4-BE49-F238E27FC236}">
                  <a16:creationId xmlns:a16="http://schemas.microsoft.com/office/drawing/2014/main" id="{BC144127-0703-4638-BA33-F27F2746EFF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67" name="Freeform 16">
              <a:extLst>
                <a:ext uri="{FF2B5EF4-FFF2-40B4-BE49-F238E27FC236}">
                  <a16:creationId xmlns:a16="http://schemas.microsoft.com/office/drawing/2014/main" id="{34BA113B-51FC-4ACC-B554-442D6013861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68" name="Freeform 17">
              <a:extLst>
                <a:ext uri="{FF2B5EF4-FFF2-40B4-BE49-F238E27FC236}">
                  <a16:creationId xmlns:a16="http://schemas.microsoft.com/office/drawing/2014/main" id="{185614A2-022E-4370-8387-439F351082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69" name="Freeform 18">
              <a:extLst>
                <a:ext uri="{FF2B5EF4-FFF2-40B4-BE49-F238E27FC236}">
                  <a16:creationId xmlns:a16="http://schemas.microsoft.com/office/drawing/2014/main" id="{655F15B6-A731-4942-9BF5-E840422632A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70" name="Freeform 19">
              <a:extLst>
                <a:ext uri="{FF2B5EF4-FFF2-40B4-BE49-F238E27FC236}">
                  <a16:creationId xmlns:a16="http://schemas.microsoft.com/office/drawing/2014/main" id="{2637AC00-EDD0-4AB2-BB46-92261D4CFD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71" name="Freeform 20">
              <a:extLst>
                <a:ext uri="{FF2B5EF4-FFF2-40B4-BE49-F238E27FC236}">
                  <a16:creationId xmlns:a16="http://schemas.microsoft.com/office/drawing/2014/main" id="{49CA14E2-2ACD-4C73-B26C-17681580FBA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72" name="Freeform 21">
              <a:extLst>
                <a:ext uri="{FF2B5EF4-FFF2-40B4-BE49-F238E27FC236}">
                  <a16:creationId xmlns:a16="http://schemas.microsoft.com/office/drawing/2014/main" id="{7BE7C3D8-CC9A-43FB-938C-8125D25B1BE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73" name="Freeform 22">
              <a:extLst>
                <a:ext uri="{FF2B5EF4-FFF2-40B4-BE49-F238E27FC236}">
                  <a16:creationId xmlns:a16="http://schemas.microsoft.com/office/drawing/2014/main" id="{41ECB971-ADF8-48CB-A78C-166DDF6D94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74" name="Freeform 23">
              <a:extLst>
                <a:ext uri="{FF2B5EF4-FFF2-40B4-BE49-F238E27FC236}">
                  <a16:creationId xmlns:a16="http://schemas.microsoft.com/office/drawing/2014/main" id="{2B8D398E-DB17-415A-B93E-DA60EE00EF6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75" name="Freeform 24">
              <a:extLst>
                <a:ext uri="{FF2B5EF4-FFF2-40B4-BE49-F238E27FC236}">
                  <a16:creationId xmlns:a16="http://schemas.microsoft.com/office/drawing/2014/main" id="{0A2B49D3-85EC-4DEA-BBB9-0CE7A2D16ED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76" name="Freeform 25">
              <a:extLst>
                <a:ext uri="{FF2B5EF4-FFF2-40B4-BE49-F238E27FC236}">
                  <a16:creationId xmlns:a16="http://schemas.microsoft.com/office/drawing/2014/main" id="{E9F6B8E8-A133-4250-A247-BD82711918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77" name="Freeform 26">
              <a:extLst>
                <a:ext uri="{FF2B5EF4-FFF2-40B4-BE49-F238E27FC236}">
                  <a16:creationId xmlns:a16="http://schemas.microsoft.com/office/drawing/2014/main" id="{8C5D839A-A5A2-4B72-80E4-ADB4F2F4701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78" name="Freeform 27">
              <a:extLst>
                <a:ext uri="{FF2B5EF4-FFF2-40B4-BE49-F238E27FC236}">
                  <a16:creationId xmlns:a16="http://schemas.microsoft.com/office/drawing/2014/main" id="{1E66DD74-C5E3-4762-8F37-C7981591E1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79" name="Freeform 28">
              <a:extLst>
                <a:ext uri="{FF2B5EF4-FFF2-40B4-BE49-F238E27FC236}">
                  <a16:creationId xmlns:a16="http://schemas.microsoft.com/office/drawing/2014/main" id="{42CBFCFF-60D3-49AD-8F8D-634480B7ADF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80" name="Freeform 29">
              <a:extLst>
                <a:ext uri="{FF2B5EF4-FFF2-40B4-BE49-F238E27FC236}">
                  <a16:creationId xmlns:a16="http://schemas.microsoft.com/office/drawing/2014/main" id="{04E9448D-8796-4687-B7F3-B669D82849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81" name="Freeform 30">
              <a:extLst>
                <a:ext uri="{FF2B5EF4-FFF2-40B4-BE49-F238E27FC236}">
                  <a16:creationId xmlns:a16="http://schemas.microsoft.com/office/drawing/2014/main" id="{C6D7D4E7-1C3B-488A-891B-B278DE0A038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82" name="Freeform 31">
              <a:extLst>
                <a:ext uri="{FF2B5EF4-FFF2-40B4-BE49-F238E27FC236}">
                  <a16:creationId xmlns:a16="http://schemas.microsoft.com/office/drawing/2014/main" id="{9A361889-2948-4D64-8FF8-69586FC72E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83" name="Freeform 32">
              <a:extLst>
                <a:ext uri="{FF2B5EF4-FFF2-40B4-BE49-F238E27FC236}">
                  <a16:creationId xmlns:a16="http://schemas.microsoft.com/office/drawing/2014/main" id="{502D653C-475F-42DD-B57D-A91633AA70D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84" name="Rectangle 83">
              <a:extLst>
                <a:ext uri="{FF2B5EF4-FFF2-40B4-BE49-F238E27FC236}">
                  <a16:creationId xmlns:a16="http://schemas.microsoft.com/office/drawing/2014/main" id="{AE41F9AF-C366-462E-BCA3-AB9B3BB21F8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2938" y="6610350"/>
              <a:ext cx="23813" cy="242888"/>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sp>
        <p:sp>
          <p:nvSpPr>
            <p:cNvPr id="85" name="Freeform 34">
              <a:extLst>
                <a:ext uri="{FF2B5EF4-FFF2-40B4-BE49-F238E27FC236}">
                  <a16:creationId xmlns:a16="http://schemas.microsoft.com/office/drawing/2014/main" id="{DE7FA82A-E66F-46F3-BE37-61D6BA9EDAE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86" name="Freeform 35">
              <a:extLst>
                <a:ext uri="{FF2B5EF4-FFF2-40B4-BE49-F238E27FC236}">
                  <a16:creationId xmlns:a16="http://schemas.microsoft.com/office/drawing/2014/main" id="{10646D37-C2A3-4F20-8F6E-2D2A54B7C6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87" name="Freeform 36">
              <a:extLst>
                <a:ext uri="{FF2B5EF4-FFF2-40B4-BE49-F238E27FC236}">
                  <a16:creationId xmlns:a16="http://schemas.microsoft.com/office/drawing/2014/main" id="{F0B484D8-05F9-4BB7-97D5-FF4ED4BE2F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88" name="Freeform 37">
              <a:extLst>
                <a:ext uri="{FF2B5EF4-FFF2-40B4-BE49-F238E27FC236}">
                  <a16:creationId xmlns:a16="http://schemas.microsoft.com/office/drawing/2014/main" id="{03F14E50-F3C1-4EFB-9251-BDEF30E051F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89" name="Freeform 38">
              <a:extLst>
                <a:ext uri="{FF2B5EF4-FFF2-40B4-BE49-F238E27FC236}">
                  <a16:creationId xmlns:a16="http://schemas.microsoft.com/office/drawing/2014/main" id="{B96CF9CA-5C40-428E-B9C1-CE897046BD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90" name="Freeform 39">
              <a:extLst>
                <a:ext uri="{FF2B5EF4-FFF2-40B4-BE49-F238E27FC236}">
                  <a16:creationId xmlns:a16="http://schemas.microsoft.com/office/drawing/2014/main" id="{9C38B4E1-B1E5-4C84-AA06-E008273313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91" name="Freeform 40">
              <a:extLst>
                <a:ext uri="{FF2B5EF4-FFF2-40B4-BE49-F238E27FC236}">
                  <a16:creationId xmlns:a16="http://schemas.microsoft.com/office/drawing/2014/main" id="{05D173AA-5B2D-4244-8430-44CD01EDA1C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92" name="Freeform 41">
              <a:extLst>
                <a:ext uri="{FF2B5EF4-FFF2-40B4-BE49-F238E27FC236}">
                  <a16:creationId xmlns:a16="http://schemas.microsoft.com/office/drawing/2014/main" id="{82D98822-894A-496C-B32F-06DB6014D6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93" name="Freeform 42">
              <a:extLst>
                <a:ext uri="{FF2B5EF4-FFF2-40B4-BE49-F238E27FC236}">
                  <a16:creationId xmlns:a16="http://schemas.microsoft.com/office/drawing/2014/main" id="{1B432746-B63F-4BF0-871B-B482FFADAC4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94" name="Freeform 43">
              <a:extLst>
                <a:ext uri="{FF2B5EF4-FFF2-40B4-BE49-F238E27FC236}">
                  <a16:creationId xmlns:a16="http://schemas.microsoft.com/office/drawing/2014/main" id="{AFD61CC4-F10D-4243-8F2C-EDBEDC63B9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95" name="Freeform 44">
              <a:extLst>
                <a:ext uri="{FF2B5EF4-FFF2-40B4-BE49-F238E27FC236}">
                  <a16:creationId xmlns:a16="http://schemas.microsoft.com/office/drawing/2014/main" id="{A9D33800-5C44-4D40-A048-3A7A5D1D5B2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96" name="Rectangle 95">
              <a:extLst>
                <a:ext uri="{FF2B5EF4-FFF2-40B4-BE49-F238E27FC236}">
                  <a16:creationId xmlns:a16="http://schemas.microsoft.com/office/drawing/2014/main" id="{7B0FE60E-0643-4AB3-B009-8B857A9B2358}"/>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28725" y="4662488"/>
              <a:ext cx="23813" cy="2181225"/>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sp>
        <p:sp>
          <p:nvSpPr>
            <p:cNvPr id="97" name="Freeform 46">
              <a:extLst>
                <a:ext uri="{FF2B5EF4-FFF2-40B4-BE49-F238E27FC236}">
                  <a16:creationId xmlns:a16="http://schemas.microsoft.com/office/drawing/2014/main" id="{D4F681A9-E543-490E-8CD3-E87A823B69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98" name="Freeform 47">
              <a:extLst>
                <a:ext uri="{FF2B5EF4-FFF2-40B4-BE49-F238E27FC236}">
                  <a16:creationId xmlns:a16="http://schemas.microsoft.com/office/drawing/2014/main" id="{49283399-4EE4-4FD7-B3F0-F0CD376A606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99" name="Freeform 48">
              <a:extLst>
                <a:ext uri="{FF2B5EF4-FFF2-40B4-BE49-F238E27FC236}">
                  <a16:creationId xmlns:a16="http://schemas.microsoft.com/office/drawing/2014/main" id="{338C3E08-CA77-4D8D-8271-7B0D5DA54F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100" name="Freeform 49">
              <a:extLst>
                <a:ext uri="{FF2B5EF4-FFF2-40B4-BE49-F238E27FC236}">
                  <a16:creationId xmlns:a16="http://schemas.microsoft.com/office/drawing/2014/main" id="{BCEE46AD-ABD8-42D2-A88E-6C9B009BBF2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101" name="Freeform 50">
              <a:extLst>
                <a:ext uri="{FF2B5EF4-FFF2-40B4-BE49-F238E27FC236}">
                  <a16:creationId xmlns:a16="http://schemas.microsoft.com/office/drawing/2014/main" id="{76F66B20-4D5D-49D7-A33A-46749A156C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102" name="Freeform 51">
              <a:extLst>
                <a:ext uri="{FF2B5EF4-FFF2-40B4-BE49-F238E27FC236}">
                  <a16:creationId xmlns:a16="http://schemas.microsoft.com/office/drawing/2014/main" id="{3246E8BC-BF6E-4E1B-B6DE-7834CE5CA2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103" name="Freeform 52">
              <a:extLst>
                <a:ext uri="{FF2B5EF4-FFF2-40B4-BE49-F238E27FC236}">
                  <a16:creationId xmlns:a16="http://schemas.microsoft.com/office/drawing/2014/main" id="{D61636B0-9E03-4DDB-956A-57929A4DAC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104" name="Freeform 53">
              <a:extLst>
                <a:ext uri="{FF2B5EF4-FFF2-40B4-BE49-F238E27FC236}">
                  <a16:creationId xmlns:a16="http://schemas.microsoft.com/office/drawing/2014/main" id="{150D2B7B-FD5D-4108-8637-D69673762CF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105" name="Freeform 54">
              <a:extLst>
                <a:ext uri="{FF2B5EF4-FFF2-40B4-BE49-F238E27FC236}">
                  <a16:creationId xmlns:a16="http://schemas.microsoft.com/office/drawing/2014/main" id="{0A56D9FF-4177-416F-A8A5-B8C8B33CE2D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106" name="Freeform 55">
              <a:extLst>
                <a:ext uri="{FF2B5EF4-FFF2-40B4-BE49-F238E27FC236}">
                  <a16:creationId xmlns:a16="http://schemas.microsoft.com/office/drawing/2014/main" id="{E7FFBC9E-D28A-4C56-8489-77CBC051CE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107" name="Freeform 56">
              <a:extLst>
                <a:ext uri="{FF2B5EF4-FFF2-40B4-BE49-F238E27FC236}">
                  <a16:creationId xmlns:a16="http://schemas.microsoft.com/office/drawing/2014/main" id="{9D33B26A-F967-4863-AC3C-9972CD4D0AE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108" name="Freeform 57">
              <a:extLst>
                <a:ext uri="{FF2B5EF4-FFF2-40B4-BE49-F238E27FC236}">
                  <a16:creationId xmlns:a16="http://schemas.microsoft.com/office/drawing/2014/main" id="{73ECA63D-D3C2-460B-A352-58A4B0718C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109" name="Freeform 58">
              <a:extLst>
                <a:ext uri="{FF2B5EF4-FFF2-40B4-BE49-F238E27FC236}">
                  <a16:creationId xmlns:a16="http://schemas.microsoft.com/office/drawing/2014/main" id="{E6108A80-2A55-473F-8197-E21F1A2A28D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grpSp>
      <p:sp>
        <p:nvSpPr>
          <p:cNvPr id="2" name="TextBox 1">
            <a:extLst>
              <a:ext uri="{FF2B5EF4-FFF2-40B4-BE49-F238E27FC236}">
                <a16:creationId xmlns:a16="http://schemas.microsoft.com/office/drawing/2014/main" id="{5B9D2DD7-90BB-E6A1-628D-857EA8817D1C}"/>
              </a:ext>
            </a:extLst>
          </p:cNvPr>
          <p:cNvSpPr txBox="1"/>
          <p:nvPr/>
        </p:nvSpPr>
        <p:spPr>
          <a:xfrm>
            <a:off x="4968958" y="800100"/>
            <a:ext cx="6078453" cy="4991101"/>
          </a:xfrm>
          <a:prstGeom prst="rect">
            <a:avLst/>
          </a:prstGeom>
        </p:spPr>
        <p:txBody>
          <a:bodyPr vert="horz" lIns="91440" tIns="45720" rIns="91440" bIns="45720" rtlCol="0">
            <a:normAutofit/>
          </a:bodyPr>
          <a:lstStyle/>
          <a:p>
            <a:pPr defTabSz="914400">
              <a:lnSpc>
                <a:spcPct val="120000"/>
              </a:lnSpc>
              <a:spcAft>
                <a:spcPts val="600"/>
              </a:spcAft>
              <a:buSzPct val="125000"/>
            </a:pPr>
            <a:r>
              <a:rPr lang="en-US" sz="3200" b="1" i="0" dirty="0">
                <a:effectLst>
                  <a:outerShdw blurRad="152400" dist="38100" dir="2700000" algn="tl">
                    <a:srgbClr val="000000">
                      <a:alpha val="36000"/>
                    </a:srgbClr>
                  </a:outerShdw>
                </a:effectLst>
              </a:rPr>
              <a:t>How can I accomplish my goal?</a:t>
            </a:r>
          </a:p>
          <a:p>
            <a:pPr indent="-228600" defTabSz="914400">
              <a:lnSpc>
                <a:spcPct val="120000"/>
              </a:lnSpc>
              <a:spcAft>
                <a:spcPts val="600"/>
              </a:spcAft>
              <a:buSzPct val="125000"/>
              <a:buFont typeface="Arial" panose="020B0604020202020204" pitchFamily="34" charset="0"/>
              <a:buChar char="•"/>
            </a:pPr>
            <a:endParaRPr lang="en-US" b="0" i="0" dirty="0">
              <a:effectLst>
                <a:outerShdw blurRad="152400" dist="38100" dir="2700000" algn="tl">
                  <a:srgbClr val="000000">
                    <a:alpha val="36000"/>
                  </a:srgbClr>
                </a:outerShdw>
              </a:effectLst>
            </a:endParaRPr>
          </a:p>
          <a:p>
            <a:pPr indent="-228600" defTabSz="914400">
              <a:lnSpc>
                <a:spcPct val="120000"/>
              </a:lnSpc>
              <a:spcAft>
                <a:spcPts val="600"/>
              </a:spcAft>
              <a:buSzPct val="125000"/>
              <a:buFont typeface="Arial" panose="020B0604020202020204" pitchFamily="34" charset="0"/>
              <a:buChar char="•"/>
            </a:pPr>
            <a:r>
              <a:rPr lang="en-US" sz="2400" b="0" i="0" dirty="0">
                <a:effectLst>
                  <a:outerShdw blurRad="152400" dist="38100" dir="2700000" algn="tl">
                    <a:srgbClr val="000000">
                      <a:alpha val="36000"/>
                    </a:srgbClr>
                  </a:outerShdw>
                </a:effectLst>
              </a:rPr>
              <a:t>Research specializations. </a:t>
            </a:r>
          </a:p>
          <a:p>
            <a:pPr indent="-228600" defTabSz="914400">
              <a:lnSpc>
                <a:spcPct val="120000"/>
              </a:lnSpc>
              <a:spcAft>
                <a:spcPts val="600"/>
              </a:spcAft>
              <a:buSzPct val="125000"/>
              <a:buFont typeface="Arial" panose="020B0604020202020204" pitchFamily="34" charset="0"/>
              <a:buChar char="•"/>
            </a:pPr>
            <a:r>
              <a:rPr lang="en-US" sz="2400" b="0" i="0" dirty="0">
                <a:effectLst>
                  <a:outerShdw blurRad="152400" dist="38100" dir="2700000" algn="tl">
                    <a:srgbClr val="000000">
                      <a:alpha val="36000"/>
                    </a:srgbClr>
                  </a:outerShdw>
                </a:effectLst>
              </a:rPr>
              <a:t>Earn a bachelor's degree.</a:t>
            </a:r>
          </a:p>
          <a:p>
            <a:pPr indent="-228600" defTabSz="914400">
              <a:lnSpc>
                <a:spcPct val="120000"/>
              </a:lnSpc>
              <a:spcAft>
                <a:spcPts val="600"/>
              </a:spcAft>
              <a:buSzPct val="125000"/>
              <a:buFont typeface="Arial" panose="020B0604020202020204" pitchFamily="34" charset="0"/>
              <a:buChar char="•"/>
            </a:pPr>
            <a:r>
              <a:rPr lang="en-US" sz="2400" b="0" i="0" dirty="0">
                <a:effectLst>
                  <a:outerShdw blurRad="152400" dist="38100" dir="2700000" algn="tl">
                    <a:srgbClr val="000000">
                      <a:alpha val="36000"/>
                    </a:srgbClr>
                  </a:outerShdw>
                </a:effectLst>
              </a:rPr>
              <a:t>Obtain cybersecurity certifications</a:t>
            </a:r>
          </a:p>
          <a:p>
            <a:pPr indent="-228600" defTabSz="914400">
              <a:lnSpc>
                <a:spcPct val="120000"/>
              </a:lnSpc>
              <a:spcAft>
                <a:spcPts val="600"/>
              </a:spcAft>
              <a:buSzPct val="125000"/>
              <a:buFont typeface="Arial" panose="020B0604020202020204" pitchFamily="34" charset="0"/>
              <a:buChar char="•"/>
            </a:pPr>
            <a:r>
              <a:rPr lang="en-US" sz="2400" b="0" i="0" dirty="0">
                <a:effectLst>
                  <a:outerShdw blurRad="152400" dist="38100" dir="2700000" algn="tl">
                    <a:srgbClr val="000000">
                      <a:alpha val="36000"/>
                    </a:srgbClr>
                  </a:outerShdw>
                </a:effectLst>
              </a:rPr>
              <a:t>Complete an internship. </a:t>
            </a:r>
          </a:p>
          <a:p>
            <a:pPr indent="-228600" defTabSz="914400">
              <a:lnSpc>
                <a:spcPct val="120000"/>
              </a:lnSpc>
              <a:spcAft>
                <a:spcPts val="600"/>
              </a:spcAft>
              <a:buSzPct val="125000"/>
              <a:buFont typeface="Arial" panose="020B0604020202020204" pitchFamily="34" charset="0"/>
              <a:buChar char="•"/>
            </a:pPr>
            <a:r>
              <a:rPr lang="en-US" sz="2400" b="0" i="0" dirty="0">
                <a:effectLst>
                  <a:outerShdw blurRad="152400" dist="38100" dir="2700000" algn="tl">
                    <a:srgbClr val="000000">
                      <a:alpha val="36000"/>
                    </a:srgbClr>
                  </a:outerShdw>
                </a:effectLst>
              </a:rPr>
              <a:t>Pursue a master's degree in my field.</a:t>
            </a:r>
          </a:p>
          <a:p>
            <a:pPr indent="-228600" defTabSz="914400">
              <a:lnSpc>
                <a:spcPct val="120000"/>
              </a:lnSpc>
              <a:spcAft>
                <a:spcPts val="600"/>
              </a:spcAft>
              <a:buSzPct val="125000"/>
              <a:buFont typeface="Arial" panose="020B0604020202020204" pitchFamily="34" charset="0"/>
              <a:buChar char="•"/>
            </a:pPr>
            <a:endParaRPr lang="en-US" dirty="0">
              <a:effectLst>
                <a:outerShdw blurRad="152400" dist="38100" dir="2700000" algn="tl">
                  <a:srgbClr val="000000">
                    <a:alpha val="36000"/>
                  </a:srgbClr>
                </a:outerShdw>
              </a:effectLst>
            </a:endParaRPr>
          </a:p>
        </p:txBody>
      </p:sp>
    </p:spTree>
    <p:extLst>
      <p:ext uri="{BB962C8B-B14F-4D97-AF65-F5344CB8AC3E}">
        <p14:creationId xmlns:p14="http://schemas.microsoft.com/office/powerpoint/2010/main" val="23308687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10C7167-EE07-1FAF-27CC-579652ADF45B}"/>
              </a:ext>
            </a:extLst>
          </p:cNvPr>
          <p:cNvSpPr txBox="1"/>
          <p:nvPr/>
        </p:nvSpPr>
        <p:spPr>
          <a:xfrm>
            <a:off x="1441174" y="566530"/>
            <a:ext cx="9541565" cy="5970865"/>
          </a:xfrm>
          <a:prstGeom prst="rect">
            <a:avLst/>
          </a:prstGeom>
          <a:noFill/>
        </p:spPr>
        <p:txBody>
          <a:bodyPr wrap="square" rtlCol="0">
            <a:spAutoFit/>
          </a:bodyPr>
          <a:lstStyle/>
          <a:p>
            <a:r>
              <a:rPr lang="en-US" sz="2400" dirty="0"/>
              <a:t>Work Citation:</a:t>
            </a:r>
          </a:p>
          <a:p>
            <a:endParaRPr lang="en-US" sz="2000" dirty="0">
              <a:latin typeface="+mj-lt"/>
            </a:endParaRPr>
          </a:p>
          <a:p>
            <a:r>
              <a:rPr lang="en-US" sz="2000" dirty="0">
                <a:latin typeface="+mj-lt"/>
              </a:rPr>
              <a:t>1. </a:t>
            </a:r>
            <a:r>
              <a:rPr lang="en-US" sz="2000" dirty="0">
                <a:effectLst/>
                <a:latin typeface="+mj-lt"/>
              </a:rPr>
              <a:t>Cyber Security Jobs in Plano, TX - indeed. (n.d.). Retrieved March 10, 2023, from https://www.indeed.com/q-Cyber-Security-l-Plano,-TX-jobs.html</a:t>
            </a:r>
          </a:p>
          <a:p>
            <a:endParaRPr lang="en-US" sz="2000" dirty="0">
              <a:latin typeface="+mj-lt"/>
            </a:endParaRPr>
          </a:p>
          <a:p>
            <a:r>
              <a:rPr lang="en-US" sz="2000" dirty="0">
                <a:latin typeface="+mj-lt"/>
              </a:rPr>
              <a:t>2. </a:t>
            </a:r>
            <a:r>
              <a:rPr lang="en-US" sz="2000" dirty="0">
                <a:effectLst/>
                <a:latin typeface="+mj-lt"/>
              </a:rPr>
              <a:t>Uche, N. (2023, February 16). What is a typical cybersecurity salary? Retrieved March 9, 2023, from https://www.forbes.com/advisor/education/cyber-security-salary-outlook/#:~:text=Cybersecurity%20Job%20Outlook&amp;text=The%20cybersecurity%20industry%20affords%20more,rate%20of%20all%20occupations%20nationwide.</a:t>
            </a:r>
          </a:p>
          <a:p>
            <a:endParaRPr lang="en-US" sz="2000" dirty="0">
              <a:latin typeface="+mj-lt"/>
            </a:endParaRPr>
          </a:p>
          <a:p>
            <a:r>
              <a:rPr lang="en-US" sz="2000" dirty="0">
                <a:latin typeface="+mj-lt"/>
              </a:rPr>
              <a:t>3. </a:t>
            </a:r>
            <a:r>
              <a:rPr lang="en-US" sz="2000" dirty="0">
                <a:effectLst/>
                <a:latin typeface="+mj-lt"/>
              </a:rPr>
              <a:t>Moore, M., &amp; Bio, R. (2023, February 07). Should you become a cybersecurity engineer? Retrieved March 9, 2023, from </a:t>
            </a:r>
            <a:r>
              <a:rPr lang="en-US" sz="2000" dirty="0">
                <a:effectLst/>
                <a:latin typeface="+mj-lt"/>
                <a:hlinkClick r:id="rId2"/>
              </a:rPr>
              <a:t>https://onlinedegrees.sandiego.edu/should-you-become-a-cyber-security-engineer/</a:t>
            </a:r>
            <a:endParaRPr lang="en-US" sz="2000" dirty="0">
              <a:effectLst/>
              <a:latin typeface="+mj-lt"/>
            </a:endParaRPr>
          </a:p>
          <a:p>
            <a:endParaRPr lang="en-US" sz="2000" dirty="0">
              <a:latin typeface="+mj-lt"/>
            </a:endParaRPr>
          </a:p>
          <a:p>
            <a:r>
              <a:rPr lang="en-US" sz="2000" dirty="0">
                <a:effectLst/>
                <a:latin typeface="+mj-lt"/>
              </a:rPr>
              <a:t>4. </a:t>
            </a:r>
            <a:r>
              <a:rPr lang="en-US" sz="2000" dirty="0">
                <a:effectLst/>
              </a:rPr>
              <a:t>Cyber security market overview by size, growth &amp; trends, 2029. (n.d.). Retrieved March 9, 2023, from https://www.fortunebusinessinsights.com/industry-reports/cyber-security-market-101165</a:t>
            </a:r>
          </a:p>
          <a:p>
            <a:endParaRPr lang="en-US" sz="2000" dirty="0">
              <a:effectLst/>
              <a:latin typeface="+mj-lt"/>
            </a:endParaRPr>
          </a:p>
          <a:p>
            <a:endParaRPr lang="en-US" dirty="0"/>
          </a:p>
        </p:txBody>
      </p:sp>
    </p:spTree>
    <p:extLst>
      <p:ext uri="{BB962C8B-B14F-4D97-AF65-F5344CB8AC3E}">
        <p14:creationId xmlns:p14="http://schemas.microsoft.com/office/powerpoint/2010/main" val="3657526542"/>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CE5792F-C87F-D64F-3334-95474F115629}"/>
              </a:ext>
            </a:extLst>
          </p:cNvPr>
          <p:cNvSpPr txBox="1"/>
          <p:nvPr/>
        </p:nvSpPr>
        <p:spPr>
          <a:xfrm>
            <a:off x="1643270" y="2087217"/>
            <a:ext cx="8905460" cy="2308324"/>
          </a:xfrm>
          <a:prstGeom prst="rect">
            <a:avLst/>
          </a:prstGeom>
          <a:noFill/>
        </p:spPr>
        <p:txBody>
          <a:bodyPr wrap="square" rtlCol="0">
            <a:spAutoFit/>
          </a:bodyPr>
          <a:lstStyle/>
          <a:p>
            <a:pPr algn="ctr"/>
            <a:r>
              <a:rPr lang="en-US" sz="7200" dirty="0"/>
              <a:t>Thank </a:t>
            </a:r>
          </a:p>
          <a:p>
            <a:pPr algn="ctr"/>
            <a:r>
              <a:rPr lang="en-US" sz="7200" dirty="0"/>
              <a:t>You. </a:t>
            </a:r>
          </a:p>
        </p:txBody>
      </p:sp>
    </p:spTree>
    <p:extLst>
      <p:ext uri="{BB962C8B-B14F-4D97-AF65-F5344CB8AC3E}">
        <p14:creationId xmlns:p14="http://schemas.microsoft.com/office/powerpoint/2010/main" val="277874476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2B5F27"/>
      </a:dk2>
      <a:lt2>
        <a:srgbClr val="D8FC68"/>
      </a:lt2>
      <a:accent1>
        <a:srgbClr val="DDC855"/>
      </a:accent1>
      <a:accent2>
        <a:srgbClr val="FCA03D"/>
      </a:accent2>
      <a:accent3>
        <a:srgbClr val="E36439"/>
      </a:accent3>
      <a:accent4>
        <a:srgbClr val="C2935B"/>
      </a:accent4>
      <a:accent5>
        <a:srgbClr val="88C25C"/>
      </a:accent5>
      <a:accent6>
        <a:srgbClr val="BFCC86"/>
      </a:accent6>
      <a:hlink>
        <a:srgbClr val="FFCE23"/>
      </a:hlink>
      <a:folHlink>
        <a:srgbClr val="FDEB86"/>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88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82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97ECCC31-8429-4523-BE8D-8F09B7A4D46D}"/>
    </a:ext>
  </a:extLst>
</a:theme>
</file>

<file path=ppt/theme/themeOverride1.xml><?xml version="1.0" encoding="utf-8"?>
<a:themeOverride xmlns:a="http://schemas.openxmlformats.org/drawingml/2006/main">
  <a:clrScheme name="Circuit">
    <a:dk1>
      <a:sysClr val="windowText" lastClr="000000"/>
    </a:dk1>
    <a:lt1>
      <a:sysClr val="window" lastClr="FFFFFF"/>
    </a:lt1>
    <a:dk2>
      <a:srgbClr val="2B5F27"/>
    </a:dk2>
    <a:lt2>
      <a:srgbClr val="D8FC68"/>
    </a:lt2>
    <a:accent1>
      <a:srgbClr val="DDC855"/>
    </a:accent1>
    <a:accent2>
      <a:srgbClr val="FCA03D"/>
    </a:accent2>
    <a:accent3>
      <a:srgbClr val="E36439"/>
    </a:accent3>
    <a:accent4>
      <a:srgbClr val="C2935B"/>
    </a:accent4>
    <a:accent5>
      <a:srgbClr val="88C25C"/>
    </a:accent5>
    <a:accent6>
      <a:srgbClr val="BFCC86"/>
    </a:accent6>
    <a:hlink>
      <a:srgbClr val="FFCE23"/>
    </a:hlink>
    <a:folHlink>
      <a:srgbClr val="FDEB86"/>
    </a:folHlink>
  </a:clrScheme>
</a:themeOverride>
</file>

<file path=docProps/app.xml><?xml version="1.0" encoding="utf-8"?>
<Properties xmlns="http://schemas.openxmlformats.org/officeDocument/2006/extended-properties" xmlns:vt="http://schemas.openxmlformats.org/officeDocument/2006/docPropsVTypes">
  <Template>Retrospect</Template>
  <TotalTime>248</TotalTime>
  <Words>642</Words>
  <Application>Microsoft Office PowerPoint</Application>
  <PresentationFormat>Widescreen</PresentationFormat>
  <Paragraphs>62</Paragraphs>
  <Slides>12</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Tw Cen MT</vt:lpstr>
      <vt:lpstr>Circuit</vt:lpstr>
      <vt:lpstr>PowerPoint Presentation</vt:lpstr>
      <vt:lpstr>Career path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Career path  </dc:title>
  <dc:creator>Akm Nizum</dc:creator>
  <cp:lastModifiedBy>Akm Nizum</cp:lastModifiedBy>
  <cp:revision>2</cp:revision>
  <dcterms:created xsi:type="dcterms:W3CDTF">2023-03-09T23:56:45Z</dcterms:created>
  <dcterms:modified xsi:type="dcterms:W3CDTF">2023-03-13T22:18:04Z</dcterms:modified>
</cp:coreProperties>
</file>